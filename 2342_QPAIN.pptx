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Lst>
  <p:notesMasterIdLst>
    <p:notesMasterId r:id="rId5"/>
  </p:notesMasterIdLst>
  <p:handoutMasterIdLst>
    <p:handoutMasterId r:id="rId6"/>
  </p:handoutMasterIdLst>
  <p:sldIdLst>
    <p:sldId id="256" r:id="rId4"/>
  </p:sldIdLst>
  <p:sldSz cx="29260800" cy="16459200"/>
  <p:notesSz cx="6858000" cy="9144000"/>
  <p:defaultTextStyle>
    <a:defPPr>
      <a:defRPr lang="en-US"/>
    </a:defPPr>
    <a:lvl1pPr marL="0" algn="l" defTabSz="2508250" rtl="0" eaLnBrk="1" latinLnBrk="0" hangingPunct="1">
      <a:defRPr sz="4900" kern="1200">
        <a:solidFill>
          <a:schemeClr val="tx1"/>
        </a:solidFill>
        <a:latin typeface="+mn-lt"/>
        <a:ea typeface="+mn-ea"/>
        <a:cs typeface="+mn-cs"/>
      </a:defRPr>
    </a:lvl1pPr>
    <a:lvl2pPr marL="1254125" algn="l" defTabSz="2508250" rtl="0" eaLnBrk="1" latinLnBrk="0" hangingPunct="1">
      <a:defRPr sz="4900" kern="1200">
        <a:solidFill>
          <a:schemeClr val="tx1"/>
        </a:solidFill>
        <a:latin typeface="+mn-lt"/>
        <a:ea typeface="+mn-ea"/>
        <a:cs typeface="+mn-cs"/>
      </a:defRPr>
    </a:lvl2pPr>
    <a:lvl3pPr marL="2508250" algn="l" defTabSz="2508250" rtl="0" eaLnBrk="1" latinLnBrk="0" hangingPunct="1">
      <a:defRPr sz="4900" kern="1200">
        <a:solidFill>
          <a:schemeClr val="tx1"/>
        </a:solidFill>
        <a:latin typeface="+mn-lt"/>
        <a:ea typeface="+mn-ea"/>
        <a:cs typeface="+mn-cs"/>
      </a:defRPr>
    </a:lvl3pPr>
    <a:lvl4pPr marL="3761740" algn="l" defTabSz="2508250" rtl="0" eaLnBrk="1" latinLnBrk="0" hangingPunct="1">
      <a:defRPr sz="4900" kern="1200">
        <a:solidFill>
          <a:schemeClr val="tx1"/>
        </a:solidFill>
        <a:latin typeface="+mn-lt"/>
        <a:ea typeface="+mn-ea"/>
        <a:cs typeface="+mn-cs"/>
      </a:defRPr>
    </a:lvl4pPr>
    <a:lvl5pPr marL="5015865" algn="l" defTabSz="2508250" rtl="0" eaLnBrk="1" latinLnBrk="0" hangingPunct="1">
      <a:defRPr sz="4900" kern="1200">
        <a:solidFill>
          <a:schemeClr val="tx1"/>
        </a:solidFill>
        <a:latin typeface="+mn-lt"/>
        <a:ea typeface="+mn-ea"/>
        <a:cs typeface="+mn-cs"/>
      </a:defRPr>
    </a:lvl5pPr>
    <a:lvl6pPr marL="6269990" algn="l" defTabSz="2508250" rtl="0" eaLnBrk="1" latinLnBrk="0" hangingPunct="1">
      <a:defRPr sz="4900" kern="1200">
        <a:solidFill>
          <a:schemeClr val="tx1"/>
        </a:solidFill>
        <a:latin typeface="+mn-lt"/>
        <a:ea typeface="+mn-ea"/>
        <a:cs typeface="+mn-cs"/>
      </a:defRPr>
    </a:lvl6pPr>
    <a:lvl7pPr marL="7524115" algn="l" defTabSz="2508250" rtl="0" eaLnBrk="1" latinLnBrk="0" hangingPunct="1">
      <a:defRPr sz="4900" kern="1200">
        <a:solidFill>
          <a:schemeClr val="tx1"/>
        </a:solidFill>
        <a:latin typeface="+mn-lt"/>
        <a:ea typeface="+mn-ea"/>
        <a:cs typeface="+mn-cs"/>
      </a:defRPr>
    </a:lvl7pPr>
    <a:lvl8pPr marL="8777605" algn="l" defTabSz="2508250" rtl="0" eaLnBrk="1" latinLnBrk="0" hangingPunct="1">
      <a:defRPr sz="4900" kern="1200">
        <a:solidFill>
          <a:schemeClr val="tx1"/>
        </a:solidFill>
        <a:latin typeface="+mn-lt"/>
        <a:ea typeface="+mn-ea"/>
        <a:cs typeface="+mn-cs"/>
      </a:defRPr>
    </a:lvl8pPr>
    <a:lvl9pPr marL="10031730" algn="l" defTabSz="2508250" rtl="0" eaLnBrk="1" latinLnBrk="0" hangingPunct="1">
      <a:defRPr sz="4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1" userDrawn="1">
          <p15:clr>
            <a:srgbClr val="A4A3A4"/>
          </p15:clr>
        </p15:guide>
        <p15:guide id="2" orient="horz" pos="146" userDrawn="1">
          <p15:clr>
            <a:srgbClr val="A4A3A4"/>
          </p15:clr>
        </p15:guide>
        <p15:guide id="3" orient="horz" pos="10080" userDrawn="1">
          <p15:clr>
            <a:srgbClr val="A4A3A4"/>
          </p15:clr>
        </p15:guide>
        <p15:guide id="4" orient="horz" userDrawn="1">
          <p15:clr>
            <a:srgbClr val="A4A3A4"/>
          </p15:clr>
        </p15:guide>
        <p15:guide id="5" pos="383" userDrawn="1">
          <p15:clr>
            <a:srgbClr val="A4A3A4"/>
          </p15:clr>
        </p15:guide>
        <p15:guide id="6" pos="1806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FFD"/>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82" autoAdjust="0"/>
    <p:restoredTop sz="94706" autoAdjust="0"/>
  </p:normalViewPr>
  <p:slideViewPr>
    <p:cSldViewPr snapToGrid="0" snapToObjects="1" showGuides="1">
      <p:cViewPr varScale="1">
        <p:scale>
          <a:sx n="28" d="100"/>
          <a:sy n="28" d="100"/>
        </p:scale>
        <p:origin x="824" y="44"/>
      </p:cViewPr>
      <p:guideLst>
        <p:guide orient="horz" pos="1651"/>
        <p:guide orient="horz" pos="146"/>
        <p:guide orient="horz" pos="10080"/>
        <p:guide orient="horz"/>
        <p:guide pos="383"/>
        <p:guide pos="180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5" d="100"/>
          <a:sy n="75" d="100"/>
        </p:scale>
        <p:origin x="2268"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7B717E-17DC-4276-BCDC-C73550588E5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t>3/24/2026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t>‹#›</a:t>
            </a:fld>
            <a:endParaRPr lang="en-US" dirty="0"/>
          </a:p>
        </p:txBody>
      </p:sp>
    </p:spTree>
    <p:extLst>
      <p:ext uri="{BB962C8B-B14F-4D97-AF65-F5344CB8AC3E}">
        <p14:creationId xmlns:p14="http://schemas.microsoft.com/office/powerpoint/2010/main" val="1496580285"/>
      </p:ext>
    </p:extLst>
  </p:cSld>
  <p:clrMap bg1="lt1" tx1="dk1" bg2="lt2" tx2="dk2" accent1="accent1" accent2="accent2" accent3="accent3" accent4="accent4" accent5="accent5" accent6="accent6" hlink="hlink" folHlink="folHlink"/>
  <p:notesStyle>
    <a:lvl1pPr marL="0" algn="l" defTabSz="2508250" rtl="0" eaLnBrk="1" latinLnBrk="0" hangingPunct="1">
      <a:defRPr sz="3300" kern="1200">
        <a:solidFill>
          <a:schemeClr val="tx1"/>
        </a:solidFill>
        <a:latin typeface="+mn-lt"/>
        <a:ea typeface="+mn-ea"/>
        <a:cs typeface="+mn-cs"/>
      </a:defRPr>
    </a:lvl1pPr>
    <a:lvl2pPr marL="1254125" algn="l" defTabSz="2508250" rtl="0" eaLnBrk="1" latinLnBrk="0" hangingPunct="1">
      <a:defRPr sz="3300" kern="1200">
        <a:solidFill>
          <a:schemeClr val="tx1"/>
        </a:solidFill>
        <a:latin typeface="+mn-lt"/>
        <a:ea typeface="+mn-ea"/>
        <a:cs typeface="+mn-cs"/>
      </a:defRPr>
    </a:lvl2pPr>
    <a:lvl3pPr marL="2508250" algn="l" defTabSz="2508250" rtl="0" eaLnBrk="1" latinLnBrk="0" hangingPunct="1">
      <a:defRPr sz="3300" kern="1200">
        <a:solidFill>
          <a:schemeClr val="tx1"/>
        </a:solidFill>
        <a:latin typeface="+mn-lt"/>
        <a:ea typeface="+mn-ea"/>
        <a:cs typeface="+mn-cs"/>
      </a:defRPr>
    </a:lvl3pPr>
    <a:lvl4pPr marL="3761740" algn="l" defTabSz="2508250" rtl="0" eaLnBrk="1" latinLnBrk="0" hangingPunct="1">
      <a:defRPr sz="3300" kern="1200">
        <a:solidFill>
          <a:schemeClr val="tx1"/>
        </a:solidFill>
        <a:latin typeface="+mn-lt"/>
        <a:ea typeface="+mn-ea"/>
        <a:cs typeface="+mn-cs"/>
      </a:defRPr>
    </a:lvl4pPr>
    <a:lvl5pPr marL="5015865" algn="l" defTabSz="2508250" rtl="0" eaLnBrk="1" latinLnBrk="0" hangingPunct="1">
      <a:defRPr sz="3300" kern="1200">
        <a:solidFill>
          <a:schemeClr val="tx1"/>
        </a:solidFill>
        <a:latin typeface="+mn-lt"/>
        <a:ea typeface="+mn-ea"/>
        <a:cs typeface="+mn-cs"/>
      </a:defRPr>
    </a:lvl5pPr>
    <a:lvl6pPr marL="6269990" algn="l" defTabSz="2508250" rtl="0" eaLnBrk="1" latinLnBrk="0" hangingPunct="1">
      <a:defRPr sz="3300" kern="1200">
        <a:solidFill>
          <a:schemeClr val="tx1"/>
        </a:solidFill>
        <a:latin typeface="+mn-lt"/>
        <a:ea typeface="+mn-ea"/>
        <a:cs typeface="+mn-cs"/>
      </a:defRPr>
    </a:lvl6pPr>
    <a:lvl7pPr marL="7524115" algn="l" defTabSz="2508250" rtl="0" eaLnBrk="1" latinLnBrk="0" hangingPunct="1">
      <a:defRPr sz="3300" kern="1200">
        <a:solidFill>
          <a:schemeClr val="tx1"/>
        </a:solidFill>
        <a:latin typeface="+mn-lt"/>
        <a:ea typeface="+mn-ea"/>
        <a:cs typeface="+mn-cs"/>
      </a:defRPr>
    </a:lvl7pPr>
    <a:lvl8pPr marL="8777605" algn="l" defTabSz="2508250" rtl="0" eaLnBrk="1" latinLnBrk="0" hangingPunct="1">
      <a:defRPr sz="3300" kern="1200">
        <a:solidFill>
          <a:schemeClr val="tx1"/>
        </a:solidFill>
        <a:latin typeface="+mn-lt"/>
        <a:ea typeface="+mn-ea"/>
        <a:cs typeface="+mn-cs"/>
      </a:defRPr>
    </a:lvl8pPr>
    <a:lvl9pPr marL="10031730" algn="l" defTabSz="2508250" rtl="0" eaLnBrk="1" latinLnBrk="0" hangingPunct="1">
      <a:defRPr sz="3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t>1</a:t>
            </a:fld>
            <a:endParaRPr lang="en-US" dirty="0"/>
          </a:p>
        </p:txBody>
      </p:sp>
    </p:spTree>
    <p:extLst>
      <p:ext uri="{BB962C8B-B14F-4D97-AF65-F5344CB8AC3E}">
        <p14:creationId xmlns:p14="http://schemas.microsoft.com/office/powerpoint/2010/main" val="1309938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2790" y="3063162"/>
            <a:ext cx="670454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14892"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614892" y="7258044"/>
            <a:ext cx="6700308"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7724777" y="3063162"/>
            <a:ext cx="6699249"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724776"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4838893" y="3063162"/>
            <a:ext cx="6699249"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4833600" y="2638448"/>
            <a:ext cx="670560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1947716" y="263844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1947716" y="3063162"/>
            <a:ext cx="669801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1947716" y="7288156"/>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1946040" y="7749541"/>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1947716" y="1299148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1946040" y="13432553"/>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02790" y="7699296"/>
            <a:ext cx="670454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77"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5">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78"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2791" y="3063162"/>
            <a:ext cx="9060851"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14892" y="2622097"/>
            <a:ext cx="9048751"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14892" y="9035725"/>
            <a:ext cx="9061909"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628053" y="8610714"/>
            <a:ext cx="9048750"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0102850" y="10733347"/>
            <a:ext cx="9047690"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0102850" y="10275931"/>
            <a:ext cx="9047690"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0108143" y="3087451"/>
            <a:ext cx="9047690"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0102850" y="2622097"/>
            <a:ext cx="9052983"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9597159" y="2622097"/>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9597159" y="3063162"/>
            <a:ext cx="905068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9597159" y="8594660"/>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9593805" y="9056045"/>
            <a:ext cx="9054041"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9597159" y="12828928"/>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19597160" y="13290313"/>
            <a:ext cx="9054041"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72"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75"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5">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77"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6195" y="3063162"/>
            <a:ext cx="670454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08842" y="2622097"/>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05666" y="7540815"/>
            <a:ext cx="6705600"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08313" y="7095484"/>
            <a:ext cx="6700308"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724776" y="3079513"/>
            <a:ext cx="13813365"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724776" y="2622097"/>
            <a:ext cx="1381336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724776" y="10987985"/>
            <a:ext cx="13813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724776" y="10526600"/>
            <a:ext cx="1381336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1973955" y="2622097"/>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1973955" y="3083482"/>
            <a:ext cx="669801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1973955" y="7125596"/>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1972279" y="7586981"/>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1973955" y="1282892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1972279" y="13290313"/>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83"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84"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5">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85"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8" name="Rectangle 67"/>
          <p:cNvSpPr/>
          <p:nvPr userDrawn="1"/>
        </p:nvSpPr>
        <p:spPr>
          <a:xfrm rot="10800000">
            <a:off x="-2" y="15922872"/>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10" name="Text Box 14"/>
          <p:cNvSpPr txBox="1">
            <a:spLocks noChangeArrowheads="1"/>
          </p:cNvSpPr>
          <p:nvPr/>
        </p:nvSpPr>
        <p:spPr bwMode="auto">
          <a:xfrm>
            <a:off x="979595" y="16156941"/>
            <a:ext cx="1676400" cy="204085"/>
          </a:xfrm>
          <a:prstGeom prst="rect">
            <a:avLst/>
          </a:prstGeom>
          <a:noFill/>
          <a:ln w="9525">
            <a:noFill/>
            <a:miter lim="800000"/>
          </a:ln>
          <a:effectLst/>
        </p:spPr>
        <p:txBody>
          <a:bodyPr lIns="55627" tIns="27808" rIns="55627" bIns="27808">
            <a:spAutoFit/>
          </a:bodyPr>
          <a:lstStyle/>
          <a:p>
            <a:pPr eaLnBrk="0" hangingPunct="0">
              <a:lnSpc>
                <a:spcPct val="65000"/>
              </a:lnSpc>
              <a:spcBef>
                <a:spcPct val="50000"/>
              </a:spcBef>
              <a:defRPr/>
            </a:pPr>
            <a:r>
              <a:rPr lang="en-US" sz="320" b="1" dirty="0">
                <a:solidFill>
                  <a:schemeClr val="bg1">
                    <a:lumMod val="75000"/>
                  </a:schemeClr>
                </a:solidFill>
                <a:latin typeface="Arial" panose="020B0604020202020204" pitchFamily="34"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panose="020B0604020202020204" pitchFamily="34" charset="0"/>
              </a:rPr>
              <a:t>www.PosterPresentations.com</a:t>
            </a:r>
          </a:p>
        </p:txBody>
      </p:sp>
      <p:sp>
        <p:nvSpPr>
          <p:cNvPr id="44" name="Rectangle 43"/>
          <p:cNvSpPr/>
          <p:nvPr userDrawn="1"/>
        </p:nvSpPr>
        <p:spPr>
          <a:xfrm>
            <a:off x="-1" y="-55064"/>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69" name="Rectangle 68"/>
          <p:cNvSpPr/>
          <p:nvPr userDrawn="1"/>
        </p:nvSpPr>
        <p:spPr>
          <a:xfrm>
            <a:off x="1" y="2212340"/>
            <a:ext cx="29260800" cy="176023"/>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0" name="Rounded Rectangle 69"/>
          <p:cNvSpPr/>
          <p:nvPr userDrawn="1"/>
        </p:nvSpPr>
        <p:spPr>
          <a:xfrm>
            <a:off x="623438"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1" name="Rounded Rectangle 70"/>
          <p:cNvSpPr/>
          <p:nvPr userDrawn="1"/>
        </p:nvSpPr>
        <p:spPr>
          <a:xfrm>
            <a:off x="7718432"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2" name="Rounded Rectangle 71"/>
          <p:cNvSpPr/>
          <p:nvPr userDrawn="1"/>
        </p:nvSpPr>
        <p:spPr>
          <a:xfrm>
            <a:off x="14837379"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3" name="Rounded Rectangle 72"/>
          <p:cNvSpPr/>
          <p:nvPr userDrawn="1"/>
        </p:nvSpPr>
        <p:spPr>
          <a:xfrm>
            <a:off x="21950759"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graphicFrame>
        <p:nvGraphicFramePr>
          <p:cNvPr id="13" name="Table 12"/>
          <p:cNvGraphicFramePr>
            <a:graphicFrameLocks noGrp="1"/>
          </p:cNvGraphicFramePr>
          <p:nvPr userDrawn="1"/>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xmlns="" val="20000"/>
                    </a:ext>
                  </a:extLst>
                </a:gridCol>
                <a:gridCol w="3211218">
                  <a:extLst>
                    <a:ext uri="{9D8B030D-6E8A-4147-A177-3AD203B41FA5}">
                      <a16:colId xmlns:a16="http://schemas.microsoft.com/office/drawing/2014/main" xmlns="" val="20001"/>
                    </a:ext>
                  </a:extLst>
                </a:gridCol>
              </a:tblGrid>
              <a:tr h="66872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anose="020B0603020202020204" pitchFamily="34" charset="0"/>
                        </a:rPr>
                        <a:t>(THIS SIDEBAR WILL NOT PRINT)</a:t>
                      </a:r>
                      <a:endParaRPr lang="en-US" sz="1900" b="1" spc="600" dirty="0">
                        <a:solidFill>
                          <a:schemeClr val="bg1"/>
                        </a:solidFill>
                        <a:latin typeface="Trebuchet MS" panose="020B0603020202020204" pitchFamily="34" charset="0"/>
                      </a:endParaRPr>
                    </a:p>
                  </a:txBody>
                  <a:tcPr marL="71080" marR="71080" marT="35540" marB="35540">
                    <a:solidFill>
                      <a:srgbClr val="FFC000"/>
                    </a:solidFill>
                  </a:tcPr>
                </a:tc>
                <a:tc hMerge="1">
                  <a:txBody>
                    <a:bodyPr/>
                    <a:lstStyle/>
                    <a:p>
                      <a:endParaRPr lang="en-US"/>
                    </a:p>
                  </a:txBody>
                  <a:tcPr/>
                </a:tc>
                <a:extLst>
                  <a:ext uri="{0D108BD9-81ED-4DB2-BD59-A6C34878D82A}">
                    <a16:rowId xmlns:a16="http://schemas.microsoft.com/office/drawing/2014/main" xmlns="" val="10000"/>
                  </a:ext>
                </a:extLst>
              </a:tr>
              <a:tr h="2116496">
                <a:tc gridSpan="2">
                  <a:txBody>
                    <a:bodyPr/>
                    <a:lstStyle/>
                    <a:p>
                      <a:pPr defTabSz="3765550"/>
                      <a:r>
                        <a:rPr lang="en-US" sz="1000" i="0" dirty="0">
                          <a:solidFill>
                            <a:srgbClr val="D9D9D9"/>
                          </a:solidFill>
                          <a:latin typeface="Arial" panose="020B0604020202020204"/>
                          <a:cs typeface="Arial" panose="020B0604020202020204"/>
                        </a:rPr>
                        <a:t>This PowerPoint template produces a </a:t>
                      </a:r>
                      <a:r>
                        <a:rPr lang="en-US" sz="1200" i="0" dirty="0">
                          <a:solidFill>
                            <a:srgbClr val="FFC000"/>
                          </a:solidFill>
                          <a:latin typeface="Arial" panose="020B0604020202020204"/>
                          <a:cs typeface="Arial" panose="020B0604020202020204"/>
                        </a:rPr>
                        <a:t>wide screen size (16:9 Ratio) virtual </a:t>
                      </a:r>
                      <a:r>
                        <a:rPr lang="en-US" sz="10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the  </a:t>
                      </a:r>
                      <a:r>
                        <a:rPr lang="en-US" sz="1000" i="0" dirty="0">
                          <a:solidFill>
                            <a:srgbClr val="FFC000"/>
                          </a:solidFill>
                          <a:latin typeface="Arial" panose="020B0604020202020204"/>
                          <a:cs typeface="Arial" panose="020B0604020202020204"/>
                        </a:rPr>
                        <a:t>HELP DESK</a:t>
                      </a:r>
                      <a:r>
                        <a:rPr lang="en-US" sz="1000" i="0" baseline="0" dirty="0">
                          <a:solidFill>
                            <a:srgbClr val="D9D9D9"/>
                          </a:solidFill>
                          <a:latin typeface="Arial" panose="020B0604020202020204"/>
                          <a:cs typeface="Arial" panose="020B0604020202020204"/>
                        </a:rPr>
                        <a:t> </a:t>
                      </a:r>
                      <a:r>
                        <a:rPr lang="en-US" sz="1000" i="0" dirty="0">
                          <a:solidFill>
                            <a:srgbClr val="D9D9D9"/>
                          </a:solidFill>
                          <a:latin typeface="Arial" panose="020B0604020202020204"/>
                          <a:cs typeface="Arial" panose="020B0604020202020204"/>
                        </a:rPr>
                        <a:t>tab.</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To print your poster using our same-day professional printing service,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a:t>
                      </a:r>
                      <a:r>
                        <a:rPr lang="en-US" sz="1000" i="0" dirty="0">
                          <a:solidFill>
                            <a:srgbClr val="FFC000"/>
                          </a:solidFill>
                          <a:latin typeface="Arial" panose="020B0604020202020204"/>
                          <a:cs typeface="Arial" panose="020B0604020202020204"/>
                        </a:rPr>
                        <a:t>Order your poster</a:t>
                      </a:r>
                      <a:r>
                        <a:rPr lang="en-US" sz="1000" i="0" dirty="0">
                          <a:solidFill>
                            <a:srgbClr val="D9D9D9"/>
                          </a:solidFill>
                          <a:latin typeface="Arial" panose="020B0604020202020204"/>
                          <a:cs typeface="Arial" panose="020B0604020202020204"/>
                        </a:rPr>
                        <a:t>".</a:t>
                      </a:r>
                      <a:endParaRPr lang="en-US" sz="1000" b="1" dirty="0">
                        <a:solidFill>
                          <a:srgbClr val="D9D9D9"/>
                        </a:solidFill>
                        <a:latin typeface="Arial" panose="020B0604020202020204"/>
                        <a:cs typeface="Arial" panose="020B0604020202020204"/>
                      </a:endParaRP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xmlns="" val="10001"/>
                  </a:ext>
                </a:extLst>
              </a:tr>
              <a:tr h="2300540">
                <a:tc>
                  <a:txBody>
                    <a:bodyPr/>
                    <a:lstStyle/>
                    <a:p>
                      <a:pPr algn="ctr"/>
                      <a:endParaRPr lang="en-US" sz="1200" dirty="0">
                        <a:solidFill>
                          <a:srgbClr val="1F3A4E"/>
                        </a:solidFill>
                      </a:endParaRPr>
                    </a:p>
                    <a:p>
                      <a:pPr marL="0" marR="0" indent="0" algn="ctr" defTabSz="5015865" rtl="0" eaLnBrk="1" fontAlgn="auto" latinLnBrk="0" hangingPunct="1">
                        <a:lnSpc>
                          <a:spcPct val="100000"/>
                        </a:lnSpc>
                        <a:spcBef>
                          <a:spcPts val="0"/>
                        </a:spcBef>
                        <a:spcAft>
                          <a:spcPts val="0"/>
                        </a:spcAft>
                        <a:buClrTx/>
                        <a:buSzTx/>
                        <a:buFontTx/>
                        <a:buNone/>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r>
                        <a:rPr lang="en-US" sz="1200" dirty="0">
                          <a:solidFill>
                            <a:schemeClr val="bg1"/>
                          </a:solidFill>
                          <a:latin typeface="Arial" panose="020B0604020202020204" pitchFamily="34" charset="0"/>
                          <a:cs typeface="Arial" panose="020B0604020202020204" pitchFamily="34" charset="0"/>
                        </a:rPr>
                        <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r>
                        <a:rPr lang="en-US" sz="1000" b="0" baseline="0" dirty="0">
                          <a:solidFill>
                            <a:srgbClr val="FFC000"/>
                          </a:solidFill>
                          <a:latin typeface="Arial" panose="020B0604020202020204" pitchFamily="34" charset="0"/>
                          <a:cs typeface="Arial" panose="020B0604020202020204" pitchFamily="34" charset="0"/>
                        </a:rPr>
                        <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9120" rtl="0" eaLnBrk="1" fontAlgn="auto" latinLnBrk="0" hangingPunct="1">
                        <a:lnSpc>
                          <a:spcPct val="100000"/>
                        </a:lnSpc>
                        <a:spcBef>
                          <a:spcPts val="0"/>
                        </a:spcBef>
                        <a:spcAft>
                          <a:spcPts val="0"/>
                        </a:spcAft>
                        <a:buClrTx/>
                        <a:buSzTx/>
                        <a:buFontTx/>
                        <a:buNone/>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xmlns="" val="10002"/>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xmlns="" val="10003"/>
                  </a:ext>
                </a:extLst>
              </a:tr>
              <a:tr h="91073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Ruler and Guides</a:t>
                      </a:r>
                      <a:r>
                        <a:rPr lang="en-US" sz="1000" b="0" baseline="0" dirty="0">
                          <a:solidFill>
                            <a:srgbClr val="FFC000"/>
                          </a:solidFill>
                          <a:latin typeface="Arial" panose="020B0604020202020204" pitchFamily="34" charset="0"/>
                          <a:cs typeface="Arial" panose="020B0604020202020204" pitchFamily="34" charset="0"/>
                        </a:rPr>
                        <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a:p>
                  </a:txBody>
                  <a:tcPr marL="182880" marT="137160">
                    <a:solidFill>
                      <a:schemeClr val="tx1">
                        <a:lumMod val="95000"/>
                        <a:lumOff val="5000"/>
                      </a:schemeClr>
                    </a:solidFill>
                  </a:tcPr>
                </a:tc>
                <a:extLst>
                  <a:ext uri="{0D108BD9-81ED-4DB2-BD59-A6C34878D82A}">
                    <a16:rowId xmlns:a16="http://schemas.microsoft.com/office/drawing/2014/main" xmlns="" val="10004"/>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xmlns="" val="10005"/>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a:p>
                  </a:txBody>
                  <a:tcPr marL="182880" marT="137160">
                    <a:solidFill>
                      <a:srgbClr val="010101"/>
                    </a:solidFill>
                  </a:tcPr>
                </a:tc>
                <a:extLst>
                  <a:ext uri="{0D108BD9-81ED-4DB2-BD59-A6C34878D82A}">
                    <a16:rowId xmlns:a16="http://schemas.microsoft.com/office/drawing/2014/main" xmlns="" val="10006"/>
                  </a:ext>
                </a:extLst>
              </a:tr>
              <a:tr h="119628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defRPr/>
                      </a:pPr>
                      <a:r>
                        <a:rPr kumimoji="0" lang="en-US" sz="1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endParaRPr lang="en-US"/>
                    </a:p>
                  </a:txBody>
                  <a:tcPr/>
                </a:tc>
                <a:extLst>
                  <a:ext uri="{0D108BD9-81ED-4DB2-BD59-A6C34878D82A}">
                    <a16:rowId xmlns:a16="http://schemas.microsoft.com/office/drawing/2014/main" xmlns="" val="10007"/>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a:p>
                  </a:txBody>
                  <a:tcPr/>
                </a:tc>
                <a:extLst>
                  <a:ext uri="{0D108BD9-81ED-4DB2-BD59-A6C34878D82A}">
                    <a16:rowId xmlns:a16="http://schemas.microsoft.com/office/drawing/2014/main" xmlns="" val="10008"/>
                  </a:ext>
                </a:extLst>
              </a:tr>
              <a:tr h="64415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a:cs typeface="Arial" panose="020B0604020202020204"/>
                        </a:rPr>
                        <a:t>Quality check your graphics</a:t>
                      </a:r>
                    </a:p>
                    <a:p>
                      <a:pPr marL="0" marR="0" lvl="0" indent="0" algn="l" defTabSz="1518285" rtl="0" eaLnBrk="1" fontAlgn="auto" latinLnBrk="0" hangingPunct="1">
                        <a:lnSpc>
                          <a:spcPct val="100000"/>
                        </a:lnSpc>
                        <a:spcBef>
                          <a:spcPts val="0"/>
                        </a:spcBef>
                        <a:spcAft>
                          <a:spcPts val="0"/>
                        </a:spcAft>
                        <a:buClrTx/>
                        <a:buSzTx/>
                        <a:buFontTx/>
                        <a:buNone/>
                        <a:defRPr/>
                      </a:pPr>
                      <a:r>
                        <a:rPr lang="en-US" sz="1000" noProof="0" dirty="0">
                          <a:solidFill>
                            <a:srgbClr val="D9D9D9"/>
                          </a:solidFill>
                          <a:latin typeface="Arial" panose="020B0604020202020204"/>
                          <a:cs typeface="Arial" panose="020B0604020202020204"/>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xmlns="" val="10009"/>
                  </a:ext>
                </a:extLst>
              </a:tr>
              <a:tr h="160362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000" noProof="0" dirty="0">
                        <a:solidFill>
                          <a:schemeClr val="bg1"/>
                        </a:solidFill>
                        <a:latin typeface="Arial" panose="020B0604020202020204"/>
                        <a:cs typeface="Arial" panose="020B0604020202020204"/>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xmlns="" val="10010"/>
                  </a:ext>
                </a:extLst>
              </a:tr>
            </a:tbl>
          </a:graphicData>
        </a:graphic>
      </p:graphicFrame>
      <p:graphicFrame>
        <p:nvGraphicFramePr>
          <p:cNvPr id="14" name="Table 13"/>
          <p:cNvGraphicFramePr>
            <a:graphicFrameLocks noGrp="1"/>
          </p:cNvGraphicFramePr>
          <p:nvPr userDrawn="1"/>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xmlns="" val="20000"/>
                    </a:ext>
                  </a:extLst>
                </a:gridCol>
                <a:gridCol w="681713">
                  <a:extLst>
                    <a:ext uri="{9D8B030D-6E8A-4147-A177-3AD203B41FA5}">
                      <a16:colId xmlns:a16="http://schemas.microsoft.com/office/drawing/2014/main" xmlns="" val="20001"/>
                    </a:ext>
                  </a:extLst>
                </a:gridCol>
                <a:gridCol w="2844405">
                  <a:extLst>
                    <a:ext uri="{9D8B030D-6E8A-4147-A177-3AD203B41FA5}">
                      <a16:colId xmlns:a16="http://schemas.microsoft.com/office/drawing/2014/main" xmlns="" val="20002"/>
                    </a:ext>
                  </a:extLst>
                </a:gridCol>
              </a:tblGrid>
              <a:tr h="646893">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anose="020B0603020202020204" pitchFamily="34" charset="0"/>
                        </a:rPr>
                        <a:t>(THIS SIDEBAR WILL NOT PRINT)</a:t>
                      </a:r>
                      <a:endParaRPr lang="en-US" sz="2100" b="1" spc="600" dirty="0">
                        <a:solidFill>
                          <a:schemeClr val="bg1"/>
                        </a:solidFill>
                        <a:latin typeface="Trebuchet MS" panose="020B0603020202020204" pitchFamily="34" charset="0"/>
                      </a:endParaRPr>
                    </a:p>
                  </a:txBody>
                  <a:tcPr marL="95264" marR="95264" marT="47632" marB="47632">
                    <a:solidFill>
                      <a:srgbClr val="FFC000"/>
                    </a:solidFill>
                  </a:tcPr>
                </a:tc>
                <a:tc hMerge="1">
                  <a:txBody>
                    <a:bodyPr/>
                    <a:lstStyle/>
                    <a:p>
                      <a:endParaRPr lang="en-US"/>
                    </a:p>
                  </a:txBody>
                  <a:tcPr/>
                </a:tc>
                <a:tc hMerge="1">
                  <a:txBody>
                    <a:bodyPr/>
                    <a:lstStyle/>
                    <a:p>
                      <a:endParaRPr lang="en-US"/>
                    </a:p>
                  </a:txBody>
                  <a:tcPr marL="95264" marR="95264" marT="47632" marB="47632">
                    <a:solidFill>
                      <a:srgbClr val="FFC000"/>
                    </a:solidFill>
                  </a:tcPr>
                </a:tc>
                <a:extLst>
                  <a:ext uri="{0D108BD9-81ED-4DB2-BD59-A6C34878D82A}">
                    <a16:rowId xmlns:a16="http://schemas.microsoft.com/office/drawing/2014/main" xmlns=""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a:p>
                  </a:txBody>
                  <a:tcPr marL="182880" marT="137160">
                    <a:blipFill rotWithShape="1">
                      <a:blip r:embed="rId8"/>
                      <a:stretch>
                        <a:fillRect/>
                      </a:stretch>
                    </a:blipFill>
                  </a:tcPr>
                </a:tc>
                <a:tc hMerge="1">
                  <a:txBody>
                    <a:bodyPr/>
                    <a:lstStyle/>
                    <a:p>
                      <a:endParaRPr lang="en-US"/>
                    </a:p>
                  </a:txBody>
                  <a:tcPr marL="95264" marR="95264" marT="47632" marB="47632">
                    <a:solidFill>
                      <a:schemeClr val="tx1"/>
                    </a:solidFill>
                  </a:tcPr>
                </a:tc>
                <a:extLst>
                  <a:ext uri="{0D108BD9-81ED-4DB2-BD59-A6C34878D82A}">
                    <a16:rowId xmlns:a16="http://schemas.microsoft.com/office/drawing/2014/main" xmlns=""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550" rtl="0" eaLnBrk="1" fontAlgn="auto" latinLnBrk="0" hangingPunct="1">
                        <a:lnSpc>
                          <a:spcPct val="100000"/>
                        </a:lnSpc>
                        <a:spcBef>
                          <a:spcPts val="0"/>
                        </a:spcBef>
                        <a:spcAft>
                          <a:spcPts val="0"/>
                        </a:spcAft>
                        <a:buClrTx/>
                        <a:buSzTx/>
                        <a:buFontTx/>
                        <a:buNone/>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a:p>
                  </a:txBody>
                  <a:tcPr marL="182880" marT="137160">
                    <a:blipFill rotWithShape="1">
                      <a:blip r:embed="rId9"/>
                      <a:stretch>
                        <a:fillRect/>
                      </a:stretch>
                    </a:blipFill>
                  </a:tcPr>
                </a:tc>
                <a:tc hMerge="1">
                  <a:txBody>
                    <a:bodyPr/>
                    <a:lstStyle/>
                    <a:p>
                      <a:endParaRPr lang="en-US"/>
                    </a:p>
                  </a:txBody>
                  <a:tcPr marL="190527" marR="95264" marT="142896" marB="47632">
                    <a:solidFill>
                      <a:schemeClr val="tx1"/>
                    </a:solidFill>
                  </a:tcPr>
                </a:tc>
                <a:extLst>
                  <a:ext uri="{0D108BD9-81ED-4DB2-BD59-A6C34878D82A}">
                    <a16:rowId xmlns:a16="http://schemas.microsoft.com/office/drawing/2014/main" xmlns="" val="10002"/>
                  </a:ext>
                </a:extLst>
              </a:tr>
              <a:tr h="158722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marL="95264" marR="95264" marT="47632" marB="47632">
                    <a:solidFill>
                      <a:srgbClr val="010101"/>
                    </a:solidFill>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xmlns="" val="10003"/>
                  </a:ext>
                </a:extLst>
              </a:tr>
              <a:tr h="1653209">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4"/>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endParaRPr lang="en-US"/>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xmlns="" val="10005"/>
                  </a:ext>
                </a:extLst>
              </a:tr>
              <a:tr h="880793">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a:cs typeface="Arial" panose="020B0604020202020204"/>
                        </a:rPr>
                        <a:t>How to present your poster</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a:cs typeface="Arial" panose="020B0604020202020204"/>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xmlns="" val="10006"/>
                  </a:ext>
                </a:extLst>
              </a:tr>
              <a:tr h="422492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D9D9D9"/>
                          </a:solidFill>
                          <a:latin typeface="Arial" panose="020B0604020202020204"/>
                          <a:cs typeface="Arial" panose="020B0604020202020204"/>
                        </a:rPr>
                        <a:t>Submit your poster and add it to the Research Poster Virtual Library.</a:t>
                      </a:r>
                      <a:br>
                        <a:rPr lang="en-US" sz="1400" b="1" noProof="0" dirty="0">
                          <a:solidFill>
                            <a:srgbClr val="D9D9D9"/>
                          </a:solidFill>
                          <a:latin typeface="Arial" panose="020B0604020202020204"/>
                          <a:cs typeface="Arial" panose="020B0604020202020204"/>
                        </a:rPr>
                      </a:br>
                      <a:r>
                        <a:rPr lang="en-US" sz="1400" b="1" noProof="0" dirty="0">
                          <a:solidFill>
                            <a:srgbClr val="D9D9D9"/>
                          </a:solidFill>
                          <a:latin typeface="Arial" panose="020B0604020202020204"/>
                          <a:cs typeface="Arial" panose="020B0604020202020204"/>
                        </a:rPr>
                        <a:t/>
                      </a:r>
                      <a:br>
                        <a:rPr lang="en-US" sz="1400" b="1" noProof="0" dirty="0">
                          <a:solidFill>
                            <a:srgbClr val="D9D9D9"/>
                          </a:solidFill>
                          <a:latin typeface="Arial" panose="020B0604020202020204"/>
                          <a:cs typeface="Arial" panose="020B0604020202020204"/>
                        </a:rPr>
                      </a:br>
                      <a:r>
                        <a:rPr lang="en-US" sz="1400" b="1" noProof="0" dirty="0">
                          <a:solidFill>
                            <a:schemeClr val="accent4"/>
                          </a:solidFill>
                          <a:latin typeface="Arial" panose="020B0604020202020204"/>
                          <a:cs typeface="Arial" panose="020B0604020202020204"/>
                        </a:rPr>
                        <a:t>Continuous</a:t>
                      </a:r>
                      <a:r>
                        <a:rPr lang="en-US" sz="1400" b="1" noProof="0" dirty="0">
                          <a:solidFill>
                            <a:srgbClr val="D9D9D9"/>
                          </a:solidFill>
                          <a:latin typeface="Arial" panose="020B0604020202020204"/>
                          <a:cs typeface="Arial" panose="020B0604020202020204"/>
                        </a:rPr>
                        <a:t> </a:t>
                      </a:r>
                      <a:r>
                        <a:rPr lang="en-US" sz="1400" b="1" noProof="0" dirty="0">
                          <a:solidFill>
                            <a:srgbClr val="FFC000"/>
                          </a:solidFill>
                          <a:latin typeface="Arial" panose="020B0604020202020204"/>
                          <a:cs typeface="Arial" panose="020B0604020202020204"/>
                        </a:rPr>
                        <a:t>global reach</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Published posters can easily be presented at virtual conferences. Perfect solution for organizers of meetings and conferences.</a:t>
                      </a:r>
                      <a:r>
                        <a:rPr lang="en-US" sz="1400" b="1" noProof="0" dirty="0">
                          <a:solidFill>
                            <a:srgbClr val="D9D9D9"/>
                          </a:solidFill>
                          <a:latin typeface="Arial" panose="020B0604020202020204"/>
                          <a:cs typeface="Arial" panose="020B0604020202020204"/>
                        </a:rPr>
                        <a:t/>
                      </a:r>
                      <a:br>
                        <a:rPr lang="en-US" sz="1400" b="1" noProof="0" dirty="0">
                          <a:solidFill>
                            <a:srgbClr val="D9D9D9"/>
                          </a:solidFill>
                          <a:latin typeface="Arial" panose="020B0604020202020204"/>
                          <a:cs typeface="Arial" panose="020B0604020202020204"/>
                        </a:rPr>
                      </a:b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hlinkClick r:id="rId11"/>
                        </a:rPr>
                        <a:t>https://www.PosterPresentations.com/</a:t>
                      </a:r>
                      <a:r>
                        <a:rPr lang="en-US" sz="1600" b="1" u="sng" noProof="0" dirty="0">
                          <a:solidFill>
                            <a:srgbClr val="FFC000"/>
                          </a:solidFill>
                          <a:latin typeface="Arial" panose="020B0604020202020204"/>
                          <a:cs typeface="Arial" panose="020B0604020202020204"/>
                          <a:hlinkClick r:id="rId11"/>
                        </a:rPr>
                        <a:t>research</a:t>
                      </a:r>
                      <a:endParaRPr lang="en-US" sz="1600" b="1" u="sng"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txBody>
                  <a:tcPr marL="95264" marR="95264" marT="47632" marB="47632">
                    <a:solidFill>
                      <a:srgbClr val="003366"/>
                    </a:solidFill>
                  </a:tcPr>
                </a:tc>
                <a:tc hMerge="1">
                  <a:txBody>
                    <a:bodyPr/>
                    <a:lstStyle/>
                    <a:p>
                      <a:endParaRPr lang="en-US"/>
                    </a:p>
                  </a:txBody>
                  <a:tcPr/>
                </a:tc>
                <a:tc hMerge="1">
                  <a:txBody>
                    <a:bodyPr/>
                    <a:lstStyle/>
                    <a:p>
                      <a:endParaRPr lang="en-US"/>
                    </a:p>
                  </a:txBody>
                  <a:tcPr marL="95264" marR="95264" marT="47632" marB="47632">
                    <a:solidFill>
                      <a:schemeClr val="accent5">
                        <a:lumMod val="50000"/>
                      </a:schemeClr>
                    </a:solidFill>
                  </a:tcPr>
                </a:tc>
                <a:extLst>
                  <a:ext uri="{0D108BD9-81ED-4DB2-BD59-A6C34878D82A}">
                    <a16:rowId xmlns:a16="http://schemas.microsoft.com/office/drawing/2014/main" xmlns="" val="1000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xmlns="" val="10008"/>
                  </a:ext>
                </a:extLst>
              </a:tr>
              <a:tr h="560893">
                <a:tc>
                  <a:txBody>
                    <a:bodyPr/>
                    <a:lstStyle/>
                    <a:p>
                      <a:pPr>
                        <a:lnSpc>
                          <a:spcPct val="100000"/>
                        </a:lnSpc>
                      </a:pPr>
                      <a:r>
                        <a:rPr lang="en-US" sz="1000" dirty="0">
                          <a:solidFill>
                            <a:schemeClr val="bg1">
                              <a:lumMod val="85000"/>
                            </a:schemeClr>
                          </a:solidFill>
                          <a:latin typeface="Arial" panose="020B0604020202020204"/>
                          <a:cs typeface="Arial" panose="020B0604020202020204"/>
                        </a:rPr>
                        <a:t>© 2020</a:t>
                      </a:r>
                      <a:r>
                        <a:rPr lang="en-US" sz="1000" baseline="0" dirty="0">
                          <a:solidFill>
                            <a:schemeClr val="bg1">
                              <a:lumMod val="85000"/>
                            </a:schemeClr>
                          </a:solidFill>
                          <a:latin typeface="Arial" panose="020B0604020202020204"/>
                          <a:cs typeface="Arial" panose="020B0604020202020204"/>
                        </a:rPr>
                        <a:t> </a:t>
                      </a:r>
                      <a:r>
                        <a:rPr lang="en-US" sz="1000" dirty="0" err="1">
                          <a:solidFill>
                            <a:schemeClr val="bg1">
                              <a:lumMod val="85000"/>
                            </a:schemeClr>
                          </a:solidFill>
                          <a:latin typeface="Arial" panose="020B0604020202020204"/>
                          <a:cs typeface="Arial" panose="020B0604020202020204"/>
                        </a:rPr>
                        <a:t>PosterPresentations.com</a:t>
                      </a:r>
                      <a:r>
                        <a:rPr lang="en-US" sz="1000" dirty="0">
                          <a:solidFill>
                            <a:schemeClr val="bg1">
                              <a:lumMod val="85000"/>
                            </a:schemeClr>
                          </a:solidFill>
                          <a:latin typeface="Arial" panose="020B0604020202020204"/>
                          <a:cs typeface="Arial" panose="020B0604020202020204"/>
                        </a:rPr>
                        <a:t/>
                      </a:r>
                      <a:br>
                        <a:rPr lang="en-US" sz="1000" dirty="0">
                          <a:solidFill>
                            <a:schemeClr val="bg1">
                              <a:lumMod val="85000"/>
                            </a:schemeClr>
                          </a:solidFill>
                          <a:latin typeface="Arial" panose="020B0604020202020204"/>
                          <a:cs typeface="Arial" panose="020B0604020202020204"/>
                        </a:rPr>
                      </a:br>
                      <a:r>
                        <a:rPr lang="en-US" sz="1000" dirty="0">
                          <a:solidFill>
                            <a:schemeClr val="bg1">
                              <a:lumMod val="85000"/>
                            </a:schemeClr>
                          </a:solidFill>
                          <a:latin typeface="Arial" panose="020B0604020202020204"/>
                          <a:cs typeface="Arial" panose="020B0604020202020204"/>
                        </a:rPr>
                        <a:t>2117 Fourth Street ,</a:t>
                      </a:r>
                      <a:r>
                        <a:rPr lang="en-US" sz="1000" baseline="0" dirty="0">
                          <a:solidFill>
                            <a:schemeClr val="bg1">
                              <a:lumMod val="85000"/>
                            </a:schemeClr>
                          </a:solidFill>
                          <a:latin typeface="Arial" panose="020B0604020202020204"/>
                          <a:cs typeface="Arial" panose="020B0604020202020204"/>
                        </a:rPr>
                        <a:t> STE C        </a:t>
                      </a:r>
                    </a:p>
                    <a:p>
                      <a:pPr>
                        <a:lnSpc>
                          <a:spcPct val="100000"/>
                        </a:lnSpc>
                      </a:pPr>
                      <a:r>
                        <a:rPr lang="en-US" sz="1000" baseline="0" dirty="0">
                          <a:solidFill>
                            <a:schemeClr val="bg1">
                              <a:lumMod val="85000"/>
                            </a:schemeClr>
                          </a:solidFill>
                          <a:latin typeface="Arial" panose="020B0604020202020204"/>
                          <a:cs typeface="Arial" panose="020B0604020202020204"/>
                        </a:rPr>
                        <a:t>Berkeley CA 94710 USA</a:t>
                      </a:r>
                      <a:endParaRPr lang="en-US" sz="1000" dirty="0">
                        <a:solidFill>
                          <a:schemeClr val="bg1">
                            <a:lumMod val="85000"/>
                          </a:schemeClr>
                        </a:solidFill>
                        <a:latin typeface="Arial" panose="020B0604020202020204"/>
                        <a:cs typeface="Arial" panose="020B0604020202020204"/>
                      </a:endParaRPr>
                    </a:p>
                  </a:txBody>
                  <a:tcPr marL="106881" marR="53440" marT="70140" marB="2338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300" b="1" dirty="0">
                          <a:solidFill>
                            <a:srgbClr val="D0D0D0"/>
                          </a:solidFill>
                          <a:latin typeface="Arial" panose="020B0604020202020204"/>
                          <a:cs typeface="Arial" panose="020B0604020202020204"/>
                        </a:rPr>
                        <a:t>For poster-making tutorials</a:t>
                      </a:r>
                      <a:r>
                        <a:rPr lang="en-US" sz="1300" b="1" baseline="0" dirty="0">
                          <a:solidFill>
                            <a:srgbClr val="D0D0D0"/>
                          </a:solidFill>
                          <a:latin typeface="Arial" panose="020B0604020202020204"/>
                          <a:cs typeface="Arial" panose="020B0604020202020204"/>
                        </a:rPr>
                        <a:t> visit:</a:t>
                      </a:r>
                    </a:p>
                    <a:p>
                      <a:pPr marL="0" marR="0" indent="0" algn="l" defTabSz="4389120" rtl="0" eaLnBrk="1" fontAlgn="auto" latinLnBrk="0" hangingPunct="1">
                        <a:lnSpc>
                          <a:spcPct val="100000"/>
                        </a:lnSpc>
                        <a:spcBef>
                          <a:spcPts val="0"/>
                        </a:spcBef>
                        <a:spcAft>
                          <a:spcPts val="0"/>
                        </a:spcAft>
                        <a:buClrTx/>
                        <a:buSzTx/>
                        <a:buFontTx/>
                        <a:buNone/>
                        <a:defRPr/>
                      </a:pPr>
                      <a:r>
                        <a:rPr lang="en-US" sz="900" b="1" dirty="0">
                          <a:solidFill>
                            <a:srgbClr val="FFC000"/>
                          </a:solidFill>
                          <a:latin typeface="Arial" panose="020B0604020202020204"/>
                          <a:cs typeface="Arial" panose="020B0604020202020204"/>
                        </a:rPr>
                        <a:t>https://</a:t>
                      </a:r>
                      <a:r>
                        <a:rPr lang="en-US" sz="900" b="1" dirty="0" err="1">
                          <a:solidFill>
                            <a:srgbClr val="FFC000"/>
                          </a:solidFill>
                          <a:latin typeface="Arial" panose="020B0604020202020204"/>
                          <a:cs typeface="Arial" panose="020B0604020202020204"/>
                        </a:rPr>
                        <a:t>www.posterpresentations.com</a:t>
                      </a:r>
                      <a:r>
                        <a:rPr lang="en-US" sz="900" b="1" dirty="0">
                          <a:solidFill>
                            <a:srgbClr val="FFC000"/>
                          </a:solidFill>
                          <a:latin typeface="Arial" panose="020B0604020202020204"/>
                          <a:cs typeface="Arial" panose="020B0604020202020204"/>
                        </a:rPr>
                        <a:t>/</a:t>
                      </a:r>
                      <a:r>
                        <a:rPr lang="en-US" sz="900" b="1" dirty="0" err="1">
                          <a:solidFill>
                            <a:srgbClr val="FFC000"/>
                          </a:solidFill>
                          <a:latin typeface="Arial" panose="020B0604020202020204"/>
                          <a:cs typeface="Arial" panose="020B0604020202020204"/>
                        </a:rPr>
                        <a:t>helpdesk.html</a:t>
                      </a:r>
                      <a:endParaRPr lang="en-US" sz="900" dirty="0">
                        <a:solidFill>
                          <a:schemeClr val="bg1">
                            <a:lumMod val="85000"/>
                          </a:schemeClr>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xmlns="" val="10009"/>
                  </a:ext>
                </a:extLst>
              </a:tr>
            </a:tbl>
          </a:graphicData>
        </a:graphic>
      </p:graphicFrame>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2675255" rtl="0" eaLnBrk="1" latinLnBrk="0" hangingPunct="1">
        <a:spcBef>
          <a:spcPct val="0"/>
        </a:spcBef>
        <a:buNone/>
        <a:defRPr sz="5335" kern="1200">
          <a:solidFill>
            <a:schemeClr val="bg1"/>
          </a:solidFill>
          <a:latin typeface="Trebuchet MS" panose="020B0603020202020204" pitchFamily="34" charset="0"/>
          <a:ea typeface="+mj-ea"/>
          <a:cs typeface="+mj-cs"/>
        </a:defRPr>
      </a:lvl1pPr>
    </p:titleStyle>
    <p:bodyStyle>
      <a:lvl1pPr marL="1003300" indent="-1003300" algn="l" defTabSz="2675255" rtl="0" eaLnBrk="1" latinLnBrk="0" hangingPunct="1">
        <a:spcBef>
          <a:spcPct val="20000"/>
        </a:spcBef>
        <a:buFont typeface="Arial" panose="020B0604020202020204" pitchFamily="34" charset="0"/>
        <a:buChar char="•"/>
        <a:defRPr sz="9385" kern="1200">
          <a:solidFill>
            <a:schemeClr val="tx1"/>
          </a:solidFill>
          <a:latin typeface="+mn-lt"/>
          <a:ea typeface="+mn-ea"/>
          <a:cs typeface="+mn-cs"/>
        </a:defRPr>
      </a:lvl1pPr>
      <a:lvl2pPr marL="2173605" indent="-836295" algn="l" defTabSz="2675255" rtl="0" eaLnBrk="1" latinLnBrk="0" hangingPunct="1">
        <a:spcBef>
          <a:spcPct val="20000"/>
        </a:spcBef>
        <a:buFont typeface="Arial" panose="020B0604020202020204" pitchFamily="34" charset="0"/>
        <a:buChar char="–"/>
        <a:defRPr sz="8215" kern="1200">
          <a:solidFill>
            <a:schemeClr val="tx1"/>
          </a:solidFill>
          <a:latin typeface="+mn-lt"/>
          <a:ea typeface="+mn-ea"/>
          <a:cs typeface="+mn-cs"/>
        </a:defRPr>
      </a:lvl2pPr>
      <a:lvl3pPr marL="3343910" indent="-668655" algn="l" defTabSz="2675255" rtl="0" eaLnBrk="1" latinLnBrk="0" hangingPunct="1">
        <a:spcBef>
          <a:spcPct val="20000"/>
        </a:spcBef>
        <a:buFont typeface="Arial" panose="020B0604020202020204" pitchFamily="34" charset="0"/>
        <a:buChar char="•"/>
        <a:defRPr sz="7040" kern="1200">
          <a:solidFill>
            <a:schemeClr val="tx1"/>
          </a:solidFill>
          <a:latin typeface="+mn-lt"/>
          <a:ea typeface="+mn-ea"/>
          <a:cs typeface="+mn-cs"/>
        </a:defRPr>
      </a:lvl3pPr>
      <a:lvl4pPr marL="468185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4pPr>
      <a:lvl5pPr marL="60191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p:bodyStyle>
    <p:otherStyle>
      <a:defPPr>
        <a:defRPr lang="en-US"/>
      </a:defPPr>
      <a:lvl1pPr marL="0" algn="l" defTabSz="2675255" rtl="0" eaLnBrk="1" latinLnBrk="0" hangingPunct="1">
        <a:defRPr sz="5225" kern="1200">
          <a:solidFill>
            <a:schemeClr val="tx1"/>
          </a:solidFill>
          <a:latin typeface="+mn-lt"/>
          <a:ea typeface="+mn-ea"/>
          <a:cs typeface="+mn-cs"/>
        </a:defRPr>
      </a:lvl1pPr>
      <a:lvl2pPr marL="1337310" algn="l" defTabSz="2675255" rtl="0" eaLnBrk="1" latinLnBrk="0" hangingPunct="1">
        <a:defRPr sz="5225" kern="1200">
          <a:solidFill>
            <a:schemeClr val="tx1"/>
          </a:solidFill>
          <a:latin typeface="+mn-lt"/>
          <a:ea typeface="+mn-ea"/>
          <a:cs typeface="+mn-cs"/>
        </a:defRPr>
      </a:lvl2pPr>
      <a:lvl3pPr marL="2675255" algn="l" defTabSz="2675255" rtl="0" eaLnBrk="1" latinLnBrk="0" hangingPunct="1">
        <a:defRPr sz="5225" kern="1200">
          <a:solidFill>
            <a:schemeClr val="tx1"/>
          </a:solidFill>
          <a:latin typeface="+mn-lt"/>
          <a:ea typeface="+mn-ea"/>
          <a:cs typeface="+mn-cs"/>
        </a:defRPr>
      </a:lvl3pPr>
      <a:lvl4pPr marL="4012565" algn="l" defTabSz="2675255" rtl="0" eaLnBrk="1" latinLnBrk="0" hangingPunct="1">
        <a:defRPr sz="5225" kern="1200">
          <a:solidFill>
            <a:schemeClr val="tx1"/>
          </a:solidFill>
          <a:latin typeface="+mn-lt"/>
          <a:ea typeface="+mn-ea"/>
          <a:cs typeface="+mn-cs"/>
        </a:defRPr>
      </a:lvl4pPr>
      <a:lvl5pPr marL="5350510" algn="l" defTabSz="2675255" rtl="0" eaLnBrk="1" latinLnBrk="0" hangingPunct="1">
        <a:defRPr sz="5225" kern="1200">
          <a:solidFill>
            <a:schemeClr val="tx1"/>
          </a:solidFill>
          <a:latin typeface="+mn-lt"/>
          <a:ea typeface="+mn-ea"/>
          <a:cs typeface="+mn-cs"/>
        </a:defRPr>
      </a:lvl5pPr>
      <a:lvl6pPr marL="6687820" algn="l" defTabSz="2675255" rtl="0" eaLnBrk="1" latinLnBrk="0" hangingPunct="1">
        <a:defRPr sz="5225" kern="1200">
          <a:solidFill>
            <a:schemeClr val="tx1"/>
          </a:solidFill>
          <a:latin typeface="+mn-lt"/>
          <a:ea typeface="+mn-ea"/>
          <a:cs typeface="+mn-cs"/>
        </a:defRPr>
      </a:lvl6pPr>
      <a:lvl7pPr marL="8025765" algn="l" defTabSz="2675255" rtl="0" eaLnBrk="1" latinLnBrk="0" hangingPunct="1">
        <a:defRPr sz="5225" kern="1200">
          <a:solidFill>
            <a:schemeClr val="tx1"/>
          </a:solidFill>
          <a:latin typeface="+mn-lt"/>
          <a:ea typeface="+mn-ea"/>
          <a:cs typeface="+mn-cs"/>
        </a:defRPr>
      </a:lvl7pPr>
      <a:lvl8pPr marL="9363075" algn="l" defTabSz="2675255" rtl="0" eaLnBrk="1" latinLnBrk="0" hangingPunct="1">
        <a:defRPr sz="5225" kern="1200">
          <a:solidFill>
            <a:schemeClr val="tx1"/>
          </a:solidFill>
          <a:latin typeface="+mn-lt"/>
          <a:ea typeface="+mn-ea"/>
          <a:cs typeface="+mn-cs"/>
        </a:defRPr>
      </a:lvl8pPr>
      <a:lvl9pPr marL="10701020" algn="l" defTabSz="2675255" rtl="0" eaLnBrk="1" latinLnBrk="0" hangingPunct="1">
        <a:defRPr sz="522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 name="Rectangle 38"/>
          <p:cNvSpPr/>
          <p:nvPr userDrawn="1"/>
        </p:nvSpPr>
        <p:spPr>
          <a:xfrm rot="10800000">
            <a:off x="-2" y="15922872"/>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10" name="Text Box 14"/>
          <p:cNvSpPr txBox="1">
            <a:spLocks noChangeArrowheads="1"/>
          </p:cNvSpPr>
          <p:nvPr/>
        </p:nvSpPr>
        <p:spPr bwMode="auto">
          <a:xfrm>
            <a:off x="1001270" y="16116301"/>
            <a:ext cx="1676400" cy="204085"/>
          </a:xfrm>
          <a:prstGeom prst="rect">
            <a:avLst/>
          </a:prstGeom>
          <a:noFill/>
          <a:ln w="9525">
            <a:noFill/>
            <a:miter lim="800000"/>
          </a:ln>
          <a:effectLst/>
        </p:spPr>
        <p:txBody>
          <a:bodyPr lIns="55627" tIns="27808" rIns="55627" bIns="27808">
            <a:spAutoFit/>
          </a:bodyPr>
          <a:lstStyle/>
          <a:p>
            <a:pPr eaLnBrk="0" hangingPunct="0">
              <a:lnSpc>
                <a:spcPct val="65000"/>
              </a:lnSpc>
              <a:spcBef>
                <a:spcPct val="50000"/>
              </a:spcBef>
              <a:defRPr/>
            </a:pPr>
            <a:r>
              <a:rPr lang="en-US" sz="320" b="1" dirty="0">
                <a:solidFill>
                  <a:schemeClr val="bg1">
                    <a:lumMod val="75000"/>
                  </a:schemeClr>
                </a:solidFill>
                <a:latin typeface="Arial" panose="020B0604020202020204" pitchFamily="34"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panose="020B0604020202020204" pitchFamily="34" charset="0"/>
              </a:rPr>
              <a:t>www.PosterPresentations.com</a:t>
            </a:r>
          </a:p>
        </p:txBody>
      </p:sp>
      <p:sp>
        <p:nvSpPr>
          <p:cNvPr id="43" name="Rectangle 42"/>
          <p:cNvSpPr/>
          <p:nvPr userDrawn="1"/>
        </p:nvSpPr>
        <p:spPr>
          <a:xfrm>
            <a:off x="-1" y="-55064"/>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1" name="Rectangle 50"/>
          <p:cNvSpPr/>
          <p:nvPr userDrawn="1"/>
        </p:nvSpPr>
        <p:spPr>
          <a:xfrm>
            <a:off x="1" y="2212340"/>
            <a:ext cx="29260800" cy="176023"/>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2" name="Rounded Rectangle 51"/>
          <p:cNvSpPr/>
          <p:nvPr userDrawn="1"/>
        </p:nvSpPr>
        <p:spPr>
          <a:xfrm>
            <a:off x="623438" y="2628900"/>
            <a:ext cx="9085237"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3" name="Rounded Rectangle 52"/>
          <p:cNvSpPr/>
          <p:nvPr userDrawn="1"/>
        </p:nvSpPr>
        <p:spPr>
          <a:xfrm>
            <a:off x="10111933" y="2628900"/>
            <a:ext cx="9056914"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4" name="Rounded Rectangle 53"/>
          <p:cNvSpPr/>
          <p:nvPr userDrawn="1"/>
        </p:nvSpPr>
        <p:spPr>
          <a:xfrm>
            <a:off x="19572104" y="2628900"/>
            <a:ext cx="9056914"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graphicFrame>
        <p:nvGraphicFramePr>
          <p:cNvPr id="12" name="Table 11"/>
          <p:cNvGraphicFramePr>
            <a:graphicFrameLocks noGrp="1"/>
          </p:cNvGraphicFramePr>
          <p:nvPr userDrawn="1"/>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xmlns="" val="20000"/>
                    </a:ext>
                  </a:extLst>
                </a:gridCol>
                <a:gridCol w="3211218">
                  <a:extLst>
                    <a:ext uri="{9D8B030D-6E8A-4147-A177-3AD203B41FA5}">
                      <a16:colId xmlns:a16="http://schemas.microsoft.com/office/drawing/2014/main" xmlns="" val="20001"/>
                    </a:ext>
                  </a:extLst>
                </a:gridCol>
              </a:tblGrid>
              <a:tr h="66872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anose="020B0603020202020204" pitchFamily="34" charset="0"/>
                        </a:rPr>
                        <a:t>(THIS SIDEBAR WILL NOT PRINT)</a:t>
                      </a:r>
                      <a:endParaRPr lang="en-US" sz="1900" b="1" spc="600" dirty="0">
                        <a:solidFill>
                          <a:schemeClr val="bg1"/>
                        </a:solidFill>
                        <a:latin typeface="Trebuchet MS" panose="020B0603020202020204" pitchFamily="34" charset="0"/>
                      </a:endParaRPr>
                    </a:p>
                  </a:txBody>
                  <a:tcPr marL="71080" marR="71080" marT="35540" marB="35540">
                    <a:solidFill>
                      <a:srgbClr val="FFC000"/>
                    </a:solidFill>
                  </a:tcPr>
                </a:tc>
                <a:tc hMerge="1">
                  <a:txBody>
                    <a:bodyPr/>
                    <a:lstStyle/>
                    <a:p>
                      <a:endParaRPr lang="en-US"/>
                    </a:p>
                  </a:txBody>
                  <a:tcPr/>
                </a:tc>
                <a:extLst>
                  <a:ext uri="{0D108BD9-81ED-4DB2-BD59-A6C34878D82A}">
                    <a16:rowId xmlns:a16="http://schemas.microsoft.com/office/drawing/2014/main" xmlns="" val="10000"/>
                  </a:ext>
                </a:extLst>
              </a:tr>
              <a:tr h="2116496">
                <a:tc gridSpan="2">
                  <a:txBody>
                    <a:bodyPr/>
                    <a:lstStyle/>
                    <a:p>
                      <a:pPr defTabSz="3765550"/>
                      <a:r>
                        <a:rPr lang="en-US" sz="1000" i="0" dirty="0">
                          <a:solidFill>
                            <a:srgbClr val="D9D9D9"/>
                          </a:solidFill>
                          <a:latin typeface="Arial" panose="020B0604020202020204"/>
                          <a:cs typeface="Arial" panose="020B0604020202020204"/>
                        </a:rPr>
                        <a:t>This PowerPoint template produces a </a:t>
                      </a:r>
                      <a:r>
                        <a:rPr lang="en-US" sz="1200" i="0" dirty="0">
                          <a:solidFill>
                            <a:srgbClr val="FFC000"/>
                          </a:solidFill>
                          <a:latin typeface="Arial" panose="020B0604020202020204"/>
                          <a:cs typeface="Arial" panose="020B0604020202020204"/>
                        </a:rPr>
                        <a:t>wide screen size (16:9 Ratio) virtual </a:t>
                      </a:r>
                      <a:r>
                        <a:rPr lang="en-US" sz="10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the  </a:t>
                      </a:r>
                      <a:r>
                        <a:rPr lang="en-US" sz="1000" i="0" dirty="0">
                          <a:solidFill>
                            <a:srgbClr val="FFC000"/>
                          </a:solidFill>
                          <a:latin typeface="Arial" panose="020B0604020202020204"/>
                          <a:cs typeface="Arial" panose="020B0604020202020204"/>
                        </a:rPr>
                        <a:t>HELP DESK</a:t>
                      </a:r>
                      <a:r>
                        <a:rPr lang="en-US" sz="1000" i="0" baseline="0" dirty="0">
                          <a:solidFill>
                            <a:srgbClr val="D9D9D9"/>
                          </a:solidFill>
                          <a:latin typeface="Arial" panose="020B0604020202020204"/>
                          <a:cs typeface="Arial" panose="020B0604020202020204"/>
                        </a:rPr>
                        <a:t> </a:t>
                      </a:r>
                      <a:r>
                        <a:rPr lang="en-US" sz="1000" i="0" dirty="0">
                          <a:solidFill>
                            <a:srgbClr val="D9D9D9"/>
                          </a:solidFill>
                          <a:latin typeface="Arial" panose="020B0604020202020204"/>
                          <a:cs typeface="Arial" panose="020B0604020202020204"/>
                        </a:rPr>
                        <a:t>tab.</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To print your poster using our same-day professional printing service,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a:t>
                      </a:r>
                      <a:r>
                        <a:rPr lang="en-US" sz="1000" i="0" dirty="0">
                          <a:solidFill>
                            <a:srgbClr val="FFC000"/>
                          </a:solidFill>
                          <a:latin typeface="Arial" panose="020B0604020202020204"/>
                          <a:cs typeface="Arial" panose="020B0604020202020204"/>
                        </a:rPr>
                        <a:t>Order your poster</a:t>
                      </a:r>
                      <a:r>
                        <a:rPr lang="en-US" sz="1000" i="0" dirty="0">
                          <a:solidFill>
                            <a:srgbClr val="D9D9D9"/>
                          </a:solidFill>
                          <a:latin typeface="Arial" panose="020B0604020202020204"/>
                          <a:cs typeface="Arial" panose="020B0604020202020204"/>
                        </a:rPr>
                        <a:t>".</a:t>
                      </a:r>
                      <a:endParaRPr lang="en-US" sz="1000" b="1" dirty="0">
                        <a:solidFill>
                          <a:srgbClr val="D9D9D9"/>
                        </a:solidFill>
                        <a:latin typeface="Arial" panose="020B0604020202020204"/>
                        <a:cs typeface="Arial" panose="020B0604020202020204"/>
                      </a:endParaRP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xmlns="" val="10001"/>
                  </a:ext>
                </a:extLst>
              </a:tr>
              <a:tr h="2300540">
                <a:tc>
                  <a:txBody>
                    <a:bodyPr/>
                    <a:lstStyle/>
                    <a:p>
                      <a:pPr algn="ctr"/>
                      <a:endParaRPr lang="en-US" sz="1200" dirty="0">
                        <a:solidFill>
                          <a:srgbClr val="1F3A4E"/>
                        </a:solidFill>
                      </a:endParaRPr>
                    </a:p>
                    <a:p>
                      <a:pPr marL="0" marR="0" indent="0" algn="ctr" defTabSz="5015865" rtl="0" eaLnBrk="1" fontAlgn="auto" latinLnBrk="0" hangingPunct="1">
                        <a:lnSpc>
                          <a:spcPct val="100000"/>
                        </a:lnSpc>
                        <a:spcBef>
                          <a:spcPts val="0"/>
                        </a:spcBef>
                        <a:spcAft>
                          <a:spcPts val="0"/>
                        </a:spcAft>
                        <a:buClrTx/>
                        <a:buSzTx/>
                        <a:buFontTx/>
                        <a:buNone/>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r>
                        <a:rPr lang="en-US" sz="1200" dirty="0">
                          <a:solidFill>
                            <a:schemeClr val="bg1"/>
                          </a:solidFill>
                          <a:latin typeface="Arial" panose="020B0604020202020204" pitchFamily="34" charset="0"/>
                          <a:cs typeface="Arial" panose="020B0604020202020204" pitchFamily="34" charset="0"/>
                        </a:rPr>
                        <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r>
                        <a:rPr lang="en-US" sz="1000" b="0" baseline="0" dirty="0">
                          <a:solidFill>
                            <a:srgbClr val="FFC000"/>
                          </a:solidFill>
                          <a:latin typeface="Arial" panose="020B0604020202020204" pitchFamily="34" charset="0"/>
                          <a:cs typeface="Arial" panose="020B0604020202020204" pitchFamily="34" charset="0"/>
                        </a:rPr>
                        <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9120" rtl="0" eaLnBrk="1" fontAlgn="auto" latinLnBrk="0" hangingPunct="1">
                        <a:lnSpc>
                          <a:spcPct val="100000"/>
                        </a:lnSpc>
                        <a:spcBef>
                          <a:spcPts val="0"/>
                        </a:spcBef>
                        <a:spcAft>
                          <a:spcPts val="0"/>
                        </a:spcAft>
                        <a:buClrTx/>
                        <a:buSzTx/>
                        <a:buFontTx/>
                        <a:buNone/>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xmlns="" val="10002"/>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xmlns="" val="10003"/>
                  </a:ext>
                </a:extLst>
              </a:tr>
              <a:tr h="91073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Ruler and Guides</a:t>
                      </a:r>
                      <a:r>
                        <a:rPr lang="en-US" sz="1000" b="0" baseline="0" dirty="0">
                          <a:solidFill>
                            <a:srgbClr val="FFC000"/>
                          </a:solidFill>
                          <a:latin typeface="Arial" panose="020B0604020202020204" pitchFamily="34" charset="0"/>
                          <a:cs typeface="Arial" panose="020B0604020202020204" pitchFamily="34" charset="0"/>
                        </a:rPr>
                        <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a:p>
                  </a:txBody>
                  <a:tcPr marL="182880" marT="137160">
                    <a:solidFill>
                      <a:schemeClr val="tx1">
                        <a:lumMod val="95000"/>
                        <a:lumOff val="5000"/>
                      </a:schemeClr>
                    </a:solidFill>
                  </a:tcPr>
                </a:tc>
                <a:extLst>
                  <a:ext uri="{0D108BD9-81ED-4DB2-BD59-A6C34878D82A}">
                    <a16:rowId xmlns:a16="http://schemas.microsoft.com/office/drawing/2014/main" xmlns="" val="10004"/>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xmlns="" val="10005"/>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a:p>
                  </a:txBody>
                  <a:tcPr marL="182880" marT="137160">
                    <a:solidFill>
                      <a:srgbClr val="010101"/>
                    </a:solidFill>
                  </a:tcPr>
                </a:tc>
                <a:extLst>
                  <a:ext uri="{0D108BD9-81ED-4DB2-BD59-A6C34878D82A}">
                    <a16:rowId xmlns:a16="http://schemas.microsoft.com/office/drawing/2014/main" xmlns="" val="10006"/>
                  </a:ext>
                </a:extLst>
              </a:tr>
              <a:tr h="119628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defRPr/>
                      </a:pPr>
                      <a:r>
                        <a:rPr kumimoji="0" lang="en-US" sz="1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endParaRPr lang="en-US"/>
                    </a:p>
                  </a:txBody>
                  <a:tcPr/>
                </a:tc>
                <a:extLst>
                  <a:ext uri="{0D108BD9-81ED-4DB2-BD59-A6C34878D82A}">
                    <a16:rowId xmlns:a16="http://schemas.microsoft.com/office/drawing/2014/main" xmlns="" val="10007"/>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a:p>
                  </a:txBody>
                  <a:tcPr/>
                </a:tc>
                <a:extLst>
                  <a:ext uri="{0D108BD9-81ED-4DB2-BD59-A6C34878D82A}">
                    <a16:rowId xmlns:a16="http://schemas.microsoft.com/office/drawing/2014/main" xmlns="" val="10008"/>
                  </a:ext>
                </a:extLst>
              </a:tr>
              <a:tr h="64415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a:cs typeface="Arial" panose="020B0604020202020204"/>
                        </a:rPr>
                        <a:t>Quality check your graphics</a:t>
                      </a:r>
                    </a:p>
                    <a:p>
                      <a:pPr marL="0" marR="0" lvl="0" indent="0" algn="l" defTabSz="1518285" rtl="0" eaLnBrk="1" fontAlgn="auto" latinLnBrk="0" hangingPunct="1">
                        <a:lnSpc>
                          <a:spcPct val="100000"/>
                        </a:lnSpc>
                        <a:spcBef>
                          <a:spcPts val="0"/>
                        </a:spcBef>
                        <a:spcAft>
                          <a:spcPts val="0"/>
                        </a:spcAft>
                        <a:buClrTx/>
                        <a:buSzTx/>
                        <a:buFontTx/>
                        <a:buNone/>
                        <a:defRPr/>
                      </a:pPr>
                      <a:r>
                        <a:rPr lang="en-US" sz="1000" noProof="0" dirty="0">
                          <a:solidFill>
                            <a:srgbClr val="D9D9D9"/>
                          </a:solidFill>
                          <a:latin typeface="Arial" panose="020B0604020202020204"/>
                          <a:cs typeface="Arial" panose="020B0604020202020204"/>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xmlns="" val="10009"/>
                  </a:ext>
                </a:extLst>
              </a:tr>
              <a:tr h="160362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000" noProof="0" dirty="0">
                        <a:solidFill>
                          <a:schemeClr val="bg1"/>
                        </a:solidFill>
                        <a:latin typeface="Arial" panose="020B0604020202020204"/>
                        <a:cs typeface="Arial" panose="020B0604020202020204"/>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xmlns="" val="10010"/>
                  </a:ext>
                </a:extLst>
              </a:tr>
            </a:tbl>
          </a:graphicData>
        </a:graphic>
      </p:graphicFrame>
      <p:graphicFrame>
        <p:nvGraphicFramePr>
          <p:cNvPr id="13" name="Table 12"/>
          <p:cNvGraphicFramePr>
            <a:graphicFrameLocks noGrp="1"/>
          </p:cNvGraphicFramePr>
          <p:nvPr userDrawn="1"/>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xmlns="" val="20000"/>
                    </a:ext>
                  </a:extLst>
                </a:gridCol>
                <a:gridCol w="681713">
                  <a:extLst>
                    <a:ext uri="{9D8B030D-6E8A-4147-A177-3AD203B41FA5}">
                      <a16:colId xmlns:a16="http://schemas.microsoft.com/office/drawing/2014/main" xmlns="" val="20001"/>
                    </a:ext>
                  </a:extLst>
                </a:gridCol>
                <a:gridCol w="2844405">
                  <a:extLst>
                    <a:ext uri="{9D8B030D-6E8A-4147-A177-3AD203B41FA5}">
                      <a16:colId xmlns:a16="http://schemas.microsoft.com/office/drawing/2014/main" xmlns="" val="20002"/>
                    </a:ext>
                  </a:extLst>
                </a:gridCol>
              </a:tblGrid>
              <a:tr h="646893">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anose="020B0603020202020204" pitchFamily="34" charset="0"/>
                        </a:rPr>
                        <a:t>(THIS SIDEBAR WILL NOT PRINT)</a:t>
                      </a:r>
                      <a:endParaRPr lang="en-US" sz="2100" b="1" spc="600" dirty="0">
                        <a:solidFill>
                          <a:schemeClr val="bg1"/>
                        </a:solidFill>
                        <a:latin typeface="Trebuchet MS" panose="020B0603020202020204" pitchFamily="34" charset="0"/>
                      </a:endParaRPr>
                    </a:p>
                  </a:txBody>
                  <a:tcPr marL="95264" marR="95264" marT="47632" marB="47632">
                    <a:solidFill>
                      <a:srgbClr val="FFC000"/>
                    </a:solidFill>
                  </a:tcPr>
                </a:tc>
                <a:tc hMerge="1">
                  <a:txBody>
                    <a:bodyPr/>
                    <a:lstStyle/>
                    <a:p>
                      <a:endParaRPr lang="en-US"/>
                    </a:p>
                  </a:txBody>
                  <a:tcPr/>
                </a:tc>
                <a:tc hMerge="1">
                  <a:txBody>
                    <a:bodyPr/>
                    <a:lstStyle/>
                    <a:p>
                      <a:endParaRPr lang="en-US"/>
                    </a:p>
                  </a:txBody>
                  <a:tcPr marL="95264" marR="95264" marT="47632" marB="47632">
                    <a:solidFill>
                      <a:srgbClr val="FFC000"/>
                    </a:solidFill>
                  </a:tcPr>
                </a:tc>
                <a:extLst>
                  <a:ext uri="{0D108BD9-81ED-4DB2-BD59-A6C34878D82A}">
                    <a16:rowId xmlns:a16="http://schemas.microsoft.com/office/drawing/2014/main" xmlns=""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a:p>
                  </a:txBody>
                  <a:tcPr marL="182880" marT="137160">
                    <a:blipFill rotWithShape="1">
                      <a:blip r:embed="rId8"/>
                      <a:stretch>
                        <a:fillRect/>
                      </a:stretch>
                    </a:blipFill>
                  </a:tcPr>
                </a:tc>
                <a:tc hMerge="1">
                  <a:txBody>
                    <a:bodyPr/>
                    <a:lstStyle/>
                    <a:p>
                      <a:endParaRPr lang="en-US"/>
                    </a:p>
                  </a:txBody>
                  <a:tcPr marL="95264" marR="95264" marT="47632" marB="47632">
                    <a:solidFill>
                      <a:schemeClr val="tx1"/>
                    </a:solidFill>
                  </a:tcPr>
                </a:tc>
                <a:extLst>
                  <a:ext uri="{0D108BD9-81ED-4DB2-BD59-A6C34878D82A}">
                    <a16:rowId xmlns:a16="http://schemas.microsoft.com/office/drawing/2014/main" xmlns=""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550" rtl="0" eaLnBrk="1" fontAlgn="auto" latinLnBrk="0" hangingPunct="1">
                        <a:lnSpc>
                          <a:spcPct val="100000"/>
                        </a:lnSpc>
                        <a:spcBef>
                          <a:spcPts val="0"/>
                        </a:spcBef>
                        <a:spcAft>
                          <a:spcPts val="0"/>
                        </a:spcAft>
                        <a:buClrTx/>
                        <a:buSzTx/>
                        <a:buFontTx/>
                        <a:buNone/>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a:p>
                  </a:txBody>
                  <a:tcPr marL="182880" marT="137160">
                    <a:blipFill rotWithShape="1">
                      <a:blip r:embed="rId9"/>
                      <a:stretch>
                        <a:fillRect/>
                      </a:stretch>
                    </a:blipFill>
                  </a:tcPr>
                </a:tc>
                <a:tc hMerge="1">
                  <a:txBody>
                    <a:bodyPr/>
                    <a:lstStyle/>
                    <a:p>
                      <a:endParaRPr lang="en-US"/>
                    </a:p>
                  </a:txBody>
                  <a:tcPr marL="190527" marR="95264" marT="142896" marB="47632">
                    <a:solidFill>
                      <a:schemeClr val="tx1"/>
                    </a:solidFill>
                  </a:tcPr>
                </a:tc>
                <a:extLst>
                  <a:ext uri="{0D108BD9-81ED-4DB2-BD59-A6C34878D82A}">
                    <a16:rowId xmlns:a16="http://schemas.microsoft.com/office/drawing/2014/main" xmlns="" val="10002"/>
                  </a:ext>
                </a:extLst>
              </a:tr>
              <a:tr h="158722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marL="95264" marR="95264" marT="47632" marB="47632">
                    <a:solidFill>
                      <a:srgbClr val="010101"/>
                    </a:solidFill>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xmlns="" val="10003"/>
                  </a:ext>
                </a:extLst>
              </a:tr>
              <a:tr h="1653209">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4"/>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endParaRPr lang="en-US"/>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xmlns="" val="10005"/>
                  </a:ext>
                </a:extLst>
              </a:tr>
              <a:tr h="880793">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a:cs typeface="Arial" panose="020B0604020202020204"/>
                        </a:rPr>
                        <a:t>How to present your poster</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a:cs typeface="Arial" panose="020B0604020202020204"/>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xmlns="" val="10006"/>
                  </a:ext>
                </a:extLst>
              </a:tr>
              <a:tr h="422492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D9D9D9"/>
                          </a:solidFill>
                          <a:latin typeface="Arial" panose="020B0604020202020204"/>
                          <a:cs typeface="Arial" panose="020B0604020202020204"/>
                        </a:rPr>
                        <a:t>Submit your poster and add it to the Research Poster Virtual Library.</a:t>
                      </a:r>
                      <a:br>
                        <a:rPr lang="en-US" sz="1400" b="1" noProof="0" dirty="0">
                          <a:solidFill>
                            <a:srgbClr val="D9D9D9"/>
                          </a:solidFill>
                          <a:latin typeface="Arial" panose="020B0604020202020204"/>
                          <a:cs typeface="Arial" panose="020B0604020202020204"/>
                        </a:rPr>
                      </a:br>
                      <a:r>
                        <a:rPr lang="en-US" sz="1400" b="1" noProof="0" dirty="0">
                          <a:solidFill>
                            <a:srgbClr val="D9D9D9"/>
                          </a:solidFill>
                          <a:latin typeface="Arial" panose="020B0604020202020204"/>
                          <a:cs typeface="Arial" panose="020B0604020202020204"/>
                        </a:rPr>
                        <a:t/>
                      </a:r>
                      <a:br>
                        <a:rPr lang="en-US" sz="1400" b="1" noProof="0" dirty="0">
                          <a:solidFill>
                            <a:srgbClr val="D9D9D9"/>
                          </a:solidFill>
                          <a:latin typeface="Arial" panose="020B0604020202020204"/>
                          <a:cs typeface="Arial" panose="020B0604020202020204"/>
                        </a:rPr>
                      </a:br>
                      <a:r>
                        <a:rPr lang="en-US" sz="1400" b="1" noProof="0" dirty="0">
                          <a:solidFill>
                            <a:schemeClr val="accent4"/>
                          </a:solidFill>
                          <a:latin typeface="Arial" panose="020B0604020202020204"/>
                          <a:cs typeface="Arial" panose="020B0604020202020204"/>
                        </a:rPr>
                        <a:t>Continuous</a:t>
                      </a:r>
                      <a:r>
                        <a:rPr lang="en-US" sz="1400" b="1" noProof="0" dirty="0">
                          <a:solidFill>
                            <a:srgbClr val="D9D9D9"/>
                          </a:solidFill>
                          <a:latin typeface="Arial" panose="020B0604020202020204"/>
                          <a:cs typeface="Arial" panose="020B0604020202020204"/>
                        </a:rPr>
                        <a:t> </a:t>
                      </a:r>
                      <a:r>
                        <a:rPr lang="en-US" sz="1400" b="1" noProof="0" dirty="0">
                          <a:solidFill>
                            <a:srgbClr val="FFC000"/>
                          </a:solidFill>
                          <a:latin typeface="Arial" panose="020B0604020202020204"/>
                          <a:cs typeface="Arial" panose="020B0604020202020204"/>
                        </a:rPr>
                        <a:t>global reach</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Published posters can easily be presented at virtual conferences. Perfect solution for organizers of meetings and conferences.</a:t>
                      </a:r>
                      <a:r>
                        <a:rPr lang="en-US" sz="1400" b="1" noProof="0" dirty="0">
                          <a:solidFill>
                            <a:srgbClr val="D9D9D9"/>
                          </a:solidFill>
                          <a:latin typeface="Arial" panose="020B0604020202020204"/>
                          <a:cs typeface="Arial" panose="020B0604020202020204"/>
                        </a:rPr>
                        <a:t/>
                      </a:r>
                      <a:br>
                        <a:rPr lang="en-US" sz="1400" b="1" noProof="0" dirty="0">
                          <a:solidFill>
                            <a:srgbClr val="D9D9D9"/>
                          </a:solidFill>
                          <a:latin typeface="Arial" panose="020B0604020202020204"/>
                          <a:cs typeface="Arial" panose="020B0604020202020204"/>
                        </a:rPr>
                      </a:b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hlinkClick r:id="rId11"/>
                        </a:rPr>
                        <a:t>https://www.PosterPresentations.com/</a:t>
                      </a:r>
                      <a:r>
                        <a:rPr lang="en-US" sz="1600" b="1" u="sng" noProof="0" dirty="0">
                          <a:solidFill>
                            <a:srgbClr val="FFC000"/>
                          </a:solidFill>
                          <a:latin typeface="Arial" panose="020B0604020202020204"/>
                          <a:cs typeface="Arial" panose="020B0604020202020204"/>
                          <a:hlinkClick r:id="rId11"/>
                        </a:rPr>
                        <a:t>research</a:t>
                      </a:r>
                      <a:endParaRPr lang="en-US" sz="1600" b="1" u="sng"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txBody>
                  <a:tcPr marL="95264" marR="95264" marT="47632" marB="47632">
                    <a:solidFill>
                      <a:srgbClr val="003366"/>
                    </a:solidFill>
                  </a:tcPr>
                </a:tc>
                <a:tc hMerge="1">
                  <a:txBody>
                    <a:bodyPr/>
                    <a:lstStyle/>
                    <a:p>
                      <a:endParaRPr lang="en-US"/>
                    </a:p>
                  </a:txBody>
                  <a:tcPr/>
                </a:tc>
                <a:tc hMerge="1">
                  <a:txBody>
                    <a:bodyPr/>
                    <a:lstStyle/>
                    <a:p>
                      <a:endParaRPr lang="en-US"/>
                    </a:p>
                  </a:txBody>
                  <a:tcPr marL="95264" marR="95264" marT="47632" marB="47632">
                    <a:solidFill>
                      <a:schemeClr val="accent5">
                        <a:lumMod val="50000"/>
                      </a:schemeClr>
                    </a:solidFill>
                  </a:tcPr>
                </a:tc>
                <a:extLst>
                  <a:ext uri="{0D108BD9-81ED-4DB2-BD59-A6C34878D82A}">
                    <a16:rowId xmlns:a16="http://schemas.microsoft.com/office/drawing/2014/main" xmlns="" val="1000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xmlns="" val="10008"/>
                  </a:ext>
                </a:extLst>
              </a:tr>
              <a:tr h="560893">
                <a:tc>
                  <a:txBody>
                    <a:bodyPr/>
                    <a:lstStyle/>
                    <a:p>
                      <a:pPr>
                        <a:lnSpc>
                          <a:spcPct val="100000"/>
                        </a:lnSpc>
                      </a:pPr>
                      <a:r>
                        <a:rPr lang="en-US" sz="1000" dirty="0">
                          <a:solidFill>
                            <a:schemeClr val="bg1">
                              <a:lumMod val="85000"/>
                            </a:schemeClr>
                          </a:solidFill>
                          <a:latin typeface="Arial" panose="020B0604020202020204"/>
                          <a:cs typeface="Arial" panose="020B0604020202020204"/>
                        </a:rPr>
                        <a:t>© 2020</a:t>
                      </a:r>
                      <a:r>
                        <a:rPr lang="en-US" sz="1000" baseline="0" dirty="0">
                          <a:solidFill>
                            <a:schemeClr val="bg1">
                              <a:lumMod val="85000"/>
                            </a:schemeClr>
                          </a:solidFill>
                          <a:latin typeface="Arial" panose="020B0604020202020204"/>
                          <a:cs typeface="Arial" panose="020B0604020202020204"/>
                        </a:rPr>
                        <a:t> </a:t>
                      </a:r>
                      <a:r>
                        <a:rPr lang="en-US" sz="1000" dirty="0" err="1">
                          <a:solidFill>
                            <a:schemeClr val="bg1">
                              <a:lumMod val="85000"/>
                            </a:schemeClr>
                          </a:solidFill>
                          <a:latin typeface="Arial" panose="020B0604020202020204"/>
                          <a:cs typeface="Arial" panose="020B0604020202020204"/>
                        </a:rPr>
                        <a:t>PosterPresentations.com</a:t>
                      </a:r>
                      <a:r>
                        <a:rPr lang="en-US" sz="1000" dirty="0">
                          <a:solidFill>
                            <a:schemeClr val="bg1">
                              <a:lumMod val="85000"/>
                            </a:schemeClr>
                          </a:solidFill>
                          <a:latin typeface="Arial" panose="020B0604020202020204"/>
                          <a:cs typeface="Arial" panose="020B0604020202020204"/>
                        </a:rPr>
                        <a:t/>
                      </a:r>
                      <a:br>
                        <a:rPr lang="en-US" sz="1000" dirty="0">
                          <a:solidFill>
                            <a:schemeClr val="bg1">
                              <a:lumMod val="85000"/>
                            </a:schemeClr>
                          </a:solidFill>
                          <a:latin typeface="Arial" panose="020B0604020202020204"/>
                          <a:cs typeface="Arial" panose="020B0604020202020204"/>
                        </a:rPr>
                      </a:br>
                      <a:r>
                        <a:rPr lang="en-US" sz="1000" dirty="0">
                          <a:solidFill>
                            <a:schemeClr val="bg1">
                              <a:lumMod val="85000"/>
                            </a:schemeClr>
                          </a:solidFill>
                          <a:latin typeface="Arial" panose="020B0604020202020204"/>
                          <a:cs typeface="Arial" panose="020B0604020202020204"/>
                        </a:rPr>
                        <a:t>2117 Fourth Street ,</a:t>
                      </a:r>
                      <a:r>
                        <a:rPr lang="en-US" sz="1000" baseline="0" dirty="0">
                          <a:solidFill>
                            <a:schemeClr val="bg1">
                              <a:lumMod val="85000"/>
                            </a:schemeClr>
                          </a:solidFill>
                          <a:latin typeface="Arial" panose="020B0604020202020204"/>
                          <a:cs typeface="Arial" panose="020B0604020202020204"/>
                        </a:rPr>
                        <a:t> STE C        </a:t>
                      </a:r>
                    </a:p>
                    <a:p>
                      <a:pPr>
                        <a:lnSpc>
                          <a:spcPct val="100000"/>
                        </a:lnSpc>
                      </a:pPr>
                      <a:r>
                        <a:rPr lang="en-US" sz="1000" baseline="0" dirty="0">
                          <a:solidFill>
                            <a:schemeClr val="bg1">
                              <a:lumMod val="85000"/>
                            </a:schemeClr>
                          </a:solidFill>
                          <a:latin typeface="Arial" panose="020B0604020202020204"/>
                          <a:cs typeface="Arial" panose="020B0604020202020204"/>
                        </a:rPr>
                        <a:t>Berkeley CA 94710 USA</a:t>
                      </a:r>
                      <a:endParaRPr lang="en-US" sz="1000" dirty="0">
                        <a:solidFill>
                          <a:schemeClr val="bg1">
                            <a:lumMod val="85000"/>
                          </a:schemeClr>
                        </a:solidFill>
                        <a:latin typeface="Arial" panose="020B0604020202020204"/>
                        <a:cs typeface="Arial" panose="020B0604020202020204"/>
                      </a:endParaRPr>
                    </a:p>
                  </a:txBody>
                  <a:tcPr marL="106881" marR="53440" marT="70140" marB="2338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300" b="1" dirty="0">
                          <a:solidFill>
                            <a:srgbClr val="D0D0D0"/>
                          </a:solidFill>
                          <a:latin typeface="Arial" panose="020B0604020202020204"/>
                          <a:cs typeface="Arial" panose="020B0604020202020204"/>
                        </a:rPr>
                        <a:t>For poster-making tutorials</a:t>
                      </a:r>
                      <a:r>
                        <a:rPr lang="en-US" sz="1300" b="1" baseline="0" dirty="0">
                          <a:solidFill>
                            <a:srgbClr val="D0D0D0"/>
                          </a:solidFill>
                          <a:latin typeface="Arial" panose="020B0604020202020204"/>
                          <a:cs typeface="Arial" panose="020B0604020202020204"/>
                        </a:rPr>
                        <a:t> visit:</a:t>
                      </a:r>
                    </a:p>
                    <a:p>
                      <a:pPr marL="0" marR="0" indent="0" algn="l" defTabSz="4389120" rtl="0" eaLnBrk="1" fontAlgn="auto" latinLnBrk="0" hangingPunct="1">
                        <a:lnSpc>
                          <a:spcPct val="100000"/>
                        </a:lnSpc>
                        <a:spcBef>
                          <a:spcPts val="0"/>
                        </a:spcBef>
                        <a:spcAft>
                          <a:spcPts val="0"/>
                        </a:spcAft>
                        <a:buClrTx/>
                        <a:buSzTx/>
                        <a:buFontTx/>
                        <a:buNone/>
                        <a:defRPr/>
                      </a:pPr>
                      <a:r>
                        <a:rPr lang="en-US" sz="900" b="1" dirty="0">
                          <a:solidFill>
                            <a:srgbClr val="FFC000"/>
                          </a:solidFill>
                          <a:latin typeface="Arial" panose="020B0604020202020204"/>
                          <a:cs typeface="Arial" panose="020B0604020202020204"/>
                        </a:rPr>
                        <a:t>https://</a:t>
                      </a:r>
                      <a:r>
                        <a:rPr lang="en-US" sz="900" b="1" dirty="0" err="1">
                          <a:solidFill>
                            <a:srgbClr val="FFC000"/>
                          </a:solidFill>
                          <a:latin typeface="Arial" panose="020B0604020202020204"/>
                          <a:cs typeface="Arial" panose="020B0604020202020204"/>
                        </a:rPr>
                        <a:t>www.posterpresentations.com</a:t>
                      </a:r>
                      <a:r>
                        <a:rPr lang="en-US" sz="900" b="1" dirty="0">
                          <a:solidFill>
                            <a:srgbClr val="FFC000"/>
                          </a:solidFill>
                          <a:latin typeface="Arial" panose="020B0604020202020204"/>
                          <a:cs typeface="Arial" panose="020B0604020202020204"/>
                        </a:rPr>
                        <a:t>/</a:t>
                      </a:r>
                      <a:r>
                        <a:rPr lang="en-US" sz="900" b="1" dirty="0" err="1">
                          <a:solidFill>
                            <a:srgbClr val="FFC000"/>
                          </a:solidFill>
                          <a:latin typeface="Arial" panose="020B0604020202020204"/>
                          <a:cs typeface="Arial" panose="020B0604020202020204"/>
                        </a:rPr>
                        <a:t>helpdesk.html</a:t>
                      </a:r>
                      <a:endParaRPr lang="en-US" sz="900" dirty="0">
                        <a:solidFill>
                          <a:schemeClr val="bg1">
                            <a:lumMod val="85000"/>
                          </a:schemeClr>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xmlns="" val="10009"/>
                  </a:ext>
                </a:extLst>
              </a:tr>
            </a:tbl>
          </a:graphicData>
        </a:graphic>
      </p:graphicFrame>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2675255" rtl="0" eaLnBrk="1" latinLnBrk="0" hangingPunct="1">
        <a:spcBef>
          <a:spcPct val="0"/>
        </a:spcBef>
        <a:buNone/>
        <a:defRPr sz="5335" kern="1200">
          <a:solidFill>
            <a:schemeClr val="bg1"/>
          </a:solidFill>
          <a:latin typeface="Trebuchet MS" panose="020B0603020202020204" pitchFamily="34" charset="0"/>
          <a:ea typeface="+mj-ea"/>
          <a:cs typeface="+mj-cs"/>
        </a:defRPr>
      </a:lvl1pPr>
    </p:titleStyle>
    <p:bodyStyle>
      <a:lvl1pPr marL="1003300" indent="-1003300" algn="l" defTabSz="2675255" rtl="0" eaLnBrk="1" latinLnBrk="0" hangingPunct="1">
        <a:spcBef>
          <a:spcPct val="20000"/>
        </a:spcBef>
        <a:buFont typeface="Arial" panose="020B0604020202020204" pitchFamily="34" charset="0"/>
        <a:buChar char="•"/>
        <a:defRPr sz="9385" kern="1200">
          <a:solidFill>
            <a:schemeClr val="tx1"/>
          </a:solidFill>
          <a:latin typeface="+mn-lt"/>
          <a:ea typeface="+mn-ea"/>
          <a:cs typeface="+mn-cs"/>
        </a:defRPr>
      </a:lvl1pPr>
      <a:lvl2pPr marL="2173605" indent="-836295" algn="l" defTabSz="2675255" rtl="0" eaLnBrk="1" latinLnBrk="0" hangingPunct="1">
        <a:spcBef>
          <a:spcPct val="20000"/>
        </a:spcBef>
        <a:buFont typeface="Arial" panose="020B0604020202020204" pitchFamily="34" charset="0"/>
        <a:buChar char="–"/>
        <a:defRPr sz="8215" kern="1200">
          <a:solidFill>
            <a:schemeClr val="tx1"/>
          </a:solidFill>
          <a:latin typeface="+mn-lt"/>
          <a:ea typeface="+mn-ea"/>
          <a:cs typeface="+mn-cs"/>
        </a:defRPr>
      </a:lvl2pPr>
      <a:lvl3pPr marL="3343910" indent="-668655" algn="l" defTabSz="2675255" rtl="0" eaLnBrk="1" latinLnBrk="0" hangingPunct="1">
        <a:spcBef>
          <a:spcPct val="20000"/>
        </a:spcBef>
        <a:buFont typeface="Arial" panose="020B0604020202020204" pitchFamily="34" charset="0"/>
        <a:buChar char="•"/>
        <a:defRPr sz="7040" kern="1200">
          <a:solidFill>
            <a:schemeClr val="tx1"/>
          </a:solidFill>
          <a:latin typeface="+mn-lt"/>
          <a:ea typeface="+mn-ea"/>
          <a:cs typeface="+mn-cs"/>
        </a:defRPr>
      </a:lvl3pPr>
      <a:lvl4pPr marL="468185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4pPr>
      <a:lvl5pPr marL="60191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p:bodyStyle>
    <p:otherStyle>
      <a:defPPr>
        <a:defRPr lang="en-US"/>
      </a:defPPr>
      <a:lvl1pPr marL="0" algn="l" defTabSz="2675255" rtl="0" eaLnBrk="1" latinLnBrk="0" hangingPunct="1">
        <a:defRPr sz="5225" kern="1200">
          <a:solidFill>
            <a:schemeClr val="tx1"/>
          </a:solidFill>
          <a:latin typeface="+mn-lt"/>
          <a:ea typeface="+mn-ea"/>
          <a:cs typeface="+mn-cs"/>
        </a:defRPr>
      </a:lvl1pPr>
      <a:lvl2pPr marL="1337310" algn="l" defTabSz="2675255" rtl="0" eaLnBrk="1" latinLnBrk="0" hangingPunct="1">
        <a:defRPr sz="5225" kern="1200">
          <a:solidFill>
            <a:schemeClr val="tx1"/>
          </a:solidFill>
          <a:latin typeface="+mn-lt"/>
          <a:ea typeface="+mn-ea"/>
          <a:cs typeface="+mn-cs"/>
        </a:defRPr>
      </a:lvl2pPr>
      <a:lvl3pPr marL="2675255" algn="l" defTabSz="2675255" rtl="0" eaLnBrk="1" latinLnBrk="0" hangingPunct="1">
        <a:defRPr sz="5225" kern="1200">
          <a:solidFill>
            <a:schemeClr val="tx1"/>
          </a:solidFill>
          <a:latin typeface="+mn-lt"/>
          <a:ea typeface="+mn-ea"/>
          <a:cs typeface="+mn-cs"/>
        </a:defRPr>
      </a:lvl3pPr>
      <a:lvl4pPr marL="4012565" algn="l" defTabSz="2675255" rtl="0" eaLnBrk="1" latinLnBrk="0" hangingPunct="1">
        <a:defRPr sz="5225" kern="1200">
          <a:solidFill>
            <a:schemeClr val="tx1"/>
          </a:solidFill>
          <a:latin typeface="+mn-lt"/>
          <a:ea typeface="+mn-ea"/>
          <a:cs typeface="+mn-cs"/>
        </a:defRPr>
      </a:lvl4pPr>
      <a:lvl5pPr marL="5350510" algn="l" defTabSz="2675255" rtl="0" eaLnBrk="1" latinLnBrk="0" hangingPunct="1">
        <a:defRPr sz="5225" kern="1200">
          <a:solidFill>
            <a:schemeClr val="tx1"/>
          </a:solidFill>
          <a:latin typeface="+mn-lt"/>
          <a:ea typeface="+mn-ea"/>
          <a:cs typeface="+mn-cs"/>
        </a:defRPr>
      </a:lvl5pPr>
      <a:lvl6pPr marL="6687820" algn="l" defTabSz="2675255" rtl="0" eaLnBrk="1" latinLnBrk="0" hangingPunct="1">
        <a:defRPr sz="5225" kern="1200">
          <a:solidFill>
            <a:schemeClr val="tx1"/>
          </a:solidFill>
          <a:latin typeface="+mn-lt"/>
          <a:ea typeface="+mn-ea"/>
          <a:cs typeface="+mn-cs"/>
        </a:defRPr>
      </a:lvl6pPr>
      <a:lvl7pPr marL="8025765" algn="l" defTabSz="2675255" rtl="0" eaLnBrk="1" latinLnBrk="0" hangingPunct="1">
        <a:defRPr sz="5225" kern="1200">
          <a:solidFill>
            <a:schemeClr val="tx1"/>
          </a:solidFill>
          <a:latin typeface="+mn-lt"/>
          <a:ea typeface="+mn-ea"/>
          <a:cs typeface="+mn-cs"/>
        </a:defRPr>
      </a:lvl7pPr>
      <a:lvl8pPr marL="9363075" algn="l" defTabSz="2675255" rtl="0" eaLnBrk="1" latinLnBrk="0" hangingPunct="1">
        <a:defRPr sz="5225" kern="1200">
          <a:solidFill>
            <a:schemeClr val="tx1"/>
          </a:solidFill>
          <a:latin typeface="+mn-lt"/>
          <a:ea typeface="+mn-ea"/>
          <a:cs typeface="+mn-cs"/>
        </a:defRPr>
      </a:lvl8pPr>
      <a:lvl9pPr marL="10701020" algn="l" defTabSz="2675255" rtl="0" eaLnBrk="1" latinLnBrk="0" hangingPunct="1">
        <a:defRPr sz="522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 name="Rectangle 36"/>
          <p:cNvSpPr/>
          <p:nvPr userDrawn="1"/>
        </p:nvSpPr>
        <p:spPr>
          <a:xfrm rot="10800000">
            <a:off x="-2" y="15922872"/>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10" name="Text Box 14"/>
          <p:cNvSpPr txBox="1">
            <a:spLocks noChangeArrowheads="1"/>
          </p:cNvSpPr>
          <p:nvPr/>
        </p:nvSpPr>
        <p:spPr bwMode="auto">
          <a:xfrm>
            <a:off x="957921" y="16116301"/>
            <a:ext cx="1676400" cy="204085"/>
          </a:xfrm>
          <a:prstGeom prst="rect">
            <a:avLst/>
          </a:prstGeom>
          <a:noFill/>
          <a:ln w="9525">
            <a:noFill/>
            <a:miter lim="800000"/>
          </a:ln>
          <a:effectLst/>
        </p:spPr>
        <p:txBody>
          <a:bodyPr lIns="55627" tIns="27808" rIns="55627" bIns="27808">
            <a:spAutoFit/>
          </a:bodyPr>
          <a:lstStyle/>
          <a:p>
            <a:pPr eaLnBrk="0" hangingPunct="0">
              <a:lnSpc>
                <a:spcPct val="65000"/>
              </a:lnSpc>
              <a:spcBef>
                <a:spcPct val="50000"/>
              </a:spcBef>
              <a:defRPr/>
            </a:pPr>
            <a:r>
              <a:rPr lang="en-US" sz="320" b="1" dirty="0">
                <a:solidFill>
                  <a:schemeClr val="bg1">
                    <a:lumMod val="75000"/>
                  </a:schemeClr>
                </a:solidFill>
                <a:latin typeface="Arial" panose="020B0604020202020204" pitchFamily="34"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panose="020B0604020202020204" pitchFamily="34" charset="0"/>
              </a:rPr>
              <a:t>www.PosterPresentations.com</a:t>
            </a:r>
          </a:p>
        </p:txBody>
      </p:sp>
      <p:sp>
        <p:nvSpPr>
          <p:cNvPr id="38" name="Rectangle 37"/>
          <p:cNvSpPr/>
          <p:nvPr userDrawn="1"/>
        </p:nvSpPr>
        <p:spPr>
          <a:xfrm>
            <a:off x="-1" y="-55064"/>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39" name="Rectangle 38"/>
          <p:cNvSpPr/>
          <p:nvPr userDrawn="1"/>
        </p:nvSpPr>
        <p:spPr>
          <a:xfrm>
            <a:off x="1" y="2212340"/>
            <a:ext cx="29260800" cy="176023"/>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40" name="Rounded Rectangle 39"/>
          <p:cNvSpPr/>
          <p:nvPr userDrawn="1"/>
        </p:nvSpPr>
        <p:spPr>
          <a:xfrm>
            <a:off x="623438" y="2628900"/>
            <a:ext cx="6691762"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41" name="Rounded Rectangle 40"/>
          <p:cNvSpPr/>
          <p:nvPr userDrawn="1"/>
        </p:nvSpPr>
        <p:spPr>
          <a:xfrm>
            <a:off x="21959438" y="2628900"/>
            <a:ext cx="6691762"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42" name="Rounded Rectangle 41"/>
          <p:cNvSpPr/>
          <p:nvPr userDrawn="1"/>
        </p:nvSpPr>
        <p:spPr>
          <a:xfrm>
            <a:off x="7697362" y="2628900"/>
            <a:ext cx="13879915" cy="13273652"/>
          </a:xfrm>
          <a:prstGeom prst="roundRect">
            <a:avLst>
              <a:gd name="adj" fmla="val 1155"/>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graphicFrame>
        <p:nvGraphicFramePr>
          <p:cNvPr id="12" name="Table 11"/>
          <p:cNvGraphicFramePr>
            <a:graphicFrameLocks noGrp="1"/>
          </p:cNvGraphicFramePr>
          <p:nvPr userDrawn="1"/>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xmlns="" val="20000"/>
                    </a:ext>
                  </a:extLst>
                </a:gridCol>
                <a:gridCol w="3211218">
                  <a:extLst>
                    <a:ext uri="{9D8B030D-6E8A-4147-A177-3AD203B41FA5}">
                      <a16:colId xmlns:a16="http://schemas.microsoft.com/office/drawing/2014/main" xmlns="" val="20001"/>
                    </a:ext>
                  </a:extLst>
                </a:gridCol>
              </a:tblGrid>
              <a:tr h="66872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anose="020B0603020202020204" pitchFamily="34" charset="0"/>
                        </a:rPr>
                        <a:t>(THIS SIDEBAR WILL NOT PRINT)</a:t>
                      </a:r>
                      <a:endParaRPr lang="en-US" sz="1900" b="1" spc="600" dirty="0">
                        <a:solidFill>
                          <a:schemeClr val="bg1"/>
                        </a:solidFill>
                        <a:latin typeface="Trebuchet MS" panose="020B0603020202020204" pitchFamily="34" charset="0"/>
                      </a:endParaRPr>
                    </a:p>
                  </a:txBody>
                  <a:tcPr marL="71080" marR="71080" marT="35540" marB="35540">
                    <a:solidFill>
                      <a:srgbClr val="FFC000"/>
                    </a:solidFill>
                  </a:tcPr>
                </a:tc>
                <a:tc hMerge="1">
                  <a:txBody>
                    <a:bodyPr/>
                    <a:lstStyle/>
                    <a:p>
                      <a:endParaRPr lang="en-US"/>
                    </a:p>
                  </a:txBody>
                  <a:tcPr/>
                </a:tc>
                <a:extLst>
                  <a:ext uri="{0D108BD9-81ED-4DB2-BD59-A6C34878D82A}">
                    <a16:rowId xmlns:a16="http://schemas.microsoft.com/office/drawing/2014/main" xmlns="" val="10000"/>
                  </a:ext>
                </a:extLst>
              </a:tr>
              <a:tr h="2116496">
                <a:tc gridSpan="2">
                  <a:txBody>
                    <a:bodyPr/>
                    <a:lstStyle/>
                    <a:p>
                      <a:pPr defTabSz="3765550"/>
                      <a:r>
                        <a:rPr lang="en-US" sz="1000" i="0" dirty="0">
                          <a:solidFill>
                            <a:srgbClr val="D9D9D9"/>
                          </a:solidFill>
                          <a:latin typeface="Arial" panose="020B0604020202020204"/>
                          <a:cs typeface="Arial" panose="020B0604020202020204"/>
                        </a:rPr>
                        <a:t>This PowerPoint template produces a </a:t>
                      </a:r>
                      <a:r>
                        <a:rPr lang="en-US" sz="1200" i="0" dirty="0">
                          <a:solidFill>
                            <a:srgbClr val="FFC000"/>
                          </a:solidFill>
                          <a:latin typeface="Arial" panose="020B0604020202020204"/>
                          <a:cs typeface="Arial" panose="020B0604020202020204"/>
                        </a:rPr>
                        <a:t>wide screen size (16:9 Ratio) virtual </a:t>
                      </a:r>
                      <a:r>
                        <a:rPr lang="en-US" sz="10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the  </a:t>
                      </a:r>
                      <a:r>
                        <a:rPr lang="en-US" sz="1000" i="0" dirty="0">
                          <a:solidFill>
                            <a:srgbClr val="FFC000"/>
                          </a:solidFill>
                          <a:latin typeface="Arial" panose="020B0604020202020204"/>
                          <a:cs typeface="Arial" panose="020B0604020202020204"/>
                        </a:rPr>
                        <a:t>HELP DESK</a:t>
                      </a:r>
                      <a:r>
                        <a:rPr lang="en-US" sz="1000" i="0" baseline="0" dirty="0">
                          <a:solidFill>
                            <a:srgbClr val="D9D9D9"/>
                          </a:solidFill>
                          <a:latin typeface="Arial" panose="020B0604020202020204"/>
                          <a:cs typeface="Arial" panose="020B0604020202020204"/>
                        </a:rPr>
                        <a:t> </a:t>
                      </a:r>
                      <a:r>
                        <a:rPr lang="en-US" sz="1000" i="0" dirty="0">
                          <a:solidFill>
                            <a:srgbClr val="D9D9D9"/>
                          </a:solidFill>
                          <a:latin typeface="Arial" panose="020B0604020202020204"/>
                          <a:cs typeface="Arial" panose="020B0604020202020204"/>
                        </a:rPr>
                        <a:t>tab.</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To print your poster using our same-day professional printing service,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a:t>
                      </a:r>
                      <a:r>
                        <a:rPr lang="en-US" sz="1000" i="0" dirty="0">
                          <a:solidFill>
                            <a:srgbClr val="FFC000"/>
                          </a:solidFill>
                          <a:latin typeface="Arial" panose="020B0604020202020204"/>
                          <a:cs typeface="Arial" panose="020B0604020202020204"/>
                        </a:rPr>
                        <a:t>Order your poster</a:t>
                      </a:r>
                      <a:r>
                        <a:rPr lang="en-US" sz="1000" i="0" dirty="0">
                          <a:solidFill>
                            <a:srgbClr val="D9D9D9"/>
                          </a:solidFill>
                          <a:latin typeface="Arial" panose="020B0604020202020204"/>
                          <a:cs typeface="Arial" panose="020B0604020202020204"/>
                        </a:rPr>
                        <a:t>".</a:t>
                      </a:r>
                      <a:endParaRPr lang="en-US" sz="1000" b="1" dirty="0">
                        <a:solidFill>
                          <a:srgbClr val="D9D9D9"/>
                        </a:solidFill>
                        <a:latin typeface="Arial" panose="020B0604020202020204"/>
                        <a:cs typeface="Arial" panose="020B0604020202020204"/>
                      </a:endParaRP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xmlns="" val="10001"/>
                  </a:ext>
                </a:extLst>
              </a:tr>
              <a:tr h="2300540">
                <a:tc>
                  <a:txBody>
                    <a:bodyPr/>
                    <a:lstStyle/>
                    <a:p>
                      <a:pPr algn="ctr"/>
                      <a:endParaRPr lang="en-US" sz="1200" dirty="0">
                        <a:solidFill>
                          <a:srgbClr val="1F3A4E"/>
                        </a:solidFill>
                      </a:endParaRPr>
                    </a:p>
                    <a:p>
                      <a:pPr marL="0" marR="0" indent="0" algn="ctr" defTabSz="5015865" rtl="0" eaLnBrk="1" fontAlgn="auto" latinLnBrk="0" hangingPunct="1">
                        <a:lnSpc>
                          <a:spcPct val="100000"/>
                        </a:lnSpc>
                        <a:spcBef>
                          <a:spcPts val="0"/>
                        </a:spcBef>
                        <a:spcAft>
                          <a:spcPts val="0"/>
                        </a:spcAft>
                        <a:buClrTx/>
                        <a:buSzTx/>
                        <a:buFontTx/>
                        <a:buNone/>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r>
                        <a:rPr lang="en-US" sz="1200" dirty="0">
                          <a:solidFill>
                            <a:schemeClr val="bg1"/>
                          </a:solidFill>
                          <a:latin typeface="Arial" panose="020B0604020202020204" pitchFamily="34" charset="0"/>
                          <a:cs typeface="Arial" panose="020B0604020202020204" pitchFamily="34" charset="0"/>
                        </a:rPr>
                        <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r>
                        <a:rPr lang="en-US" sz="1000" b="0" baseline="0" dirty="0">
                          <a:solidFill>
                            <a:srgbClr val="FFC000"/>
                          </a:solidFill>
                          <a:latin typeface="Arial" panose="020B0604020202020204" pitchFamily="34" charset="0"/>
                          <a:cs typeface="Arial" panose="020B0604020202020204" pitchFamily="34" charset="0"/>
                        </a:rPr>
                        <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9120" rtl="0" eaLnBrk="1" fontAlgn="auto" latinLnBrk="0" hangingPunct="1">
                        <a:lnSpc>
                          <a:spcPct val="100000"/>
                        </a:lnSpc>
                        <a:spcBef>
                          <a:spcPts val="0"/>
                        </a:spcBef>
                        <a:spcAft>
                          <a:spcPts val="0"/>
                        </a:spcAft>
                        <a:buClrTx/>
                        <a:buSzTx/>
                        <a:buFontTx/>
                        <a:buNone/>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xmlns="" val="10002"/>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xmlns="" val="10003"/>
                  </a:ext>
                </a:extLst>
              </a:tr>
              <a:tr h="91073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Ruler and Guides</a:t>
                      </a:r>
                      <a:r>
                        <a:rPr lang="en-US" sz="1000" b="0" baseline="0" dirty="0">
                          <a:solidFill>
                            <a:srgbClr val="FFC000"/>
                          </a:solidFill>
                          <a:latin typeface="Arial" panose="020B0604020202020204" pitchFamily="34" charset="0"/>
                          <a:cs typeface="Arial" panose="020B0604020202020204" pitchFamily="34" charset="0"/>
                        </a:rPr>
                        <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a:p>
                  </a:txBody>
                  <a:tcPr marL="182880" marT="137160">
                    <a:solidFill>
                      <a:schemeClr val="tx1">
                        <a:lumMod val="95000"/>
                        <a:lumOff val="5000"/>
                      </a:schemeClr>
                    </a:solidFill>
                  </a:tcPr>
                </a:tc>
                <a:extLst>
                  <a:ext uri="{0D108BD9-81ED-4DB2-BD59-A6C34878D82A}">
                    <a16:rowId xmlns:a16="http://schemas.microsoft.com/office/drawing/2014/main" xmlns="" val="10004"/>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r>
                        <a:rPr lang="en-US" sz="1000" b="0" baseline="0" dirty="0">
                          <a:solidFill>
                            <a:schemeClr val="bg1"/>
                          </a:solidFill>
                          <a:latin typeface="Arial" panose="020B0604020202020204" pitchFamily="34" charset="0"/>
                          <a:cs typeface="Arial" panose="020B0604020202020204" pitchFamily="34" charset="0"/>
                        </a:rPr>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xmlns="" val="10005"/>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a:p>
                  </a:txBody>
                  <a:tcPr marL="182880" marT="137160">
                    <a:solidFill>
                      <a:srgbClr val="010101"/>
                    </a:solidFill>
                  </a:tcPr>
                </a:tc>
                <a:extLst>
                  <a:ext uri="{0D108BD9-81ED-4DB2-BD59-A6C34878D82A}">
                    <a16:rowId xmlns:a16="http://schemas.microsoft.com/office/drawing/2014/main" xmlns="" val="10006"/>
                  </a:ext>
                </a:extLst>
              </a:tr>
              <a:tr h="119628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defRPr/>
                      </a:pPr>
                      <a:r>
                        <a:rPr kumimoji="0" lang="en-US" sz="1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endParaRPr lang="en-US"/>
                    </a:p>
                  </a:txBody>
                  <a:tcPr/>
                </a:tc>
                <a:extLst>
                  <a:ext uri="{0D108BD9-81ED-4DB2-BD59-A6C34878D82A}">
                    <a16:rowId xmlns:a16="http://schemas.microsoft.com/office/drawing/2014/main" xmlns="" val="10007"/>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a:p>
                  </a:txBody>
                  <a:tcPr/>
                </a:tc>
                <a:extLst>
                  <a:ext uri="{0D108BD9-81ED-4DB2-BD59-A6C34878D82A}">
                    <a16:rowId xmlns:a16="http://schemas.microsoft.com/office/drawing/2014/main" xmlns="" val="10008"/>
                  </a:ext>
                </a:extLst>
              </a:tr>
              <a:tr h="64415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a:cs typeface="Arial" panose="020B0604020202020204"/>
                        </a:rPr>
                        <a:t>Quality check your graphics</a:t>
                      </a:r>
                    </a:p>
                    <a:p>
                      <a:pPr marL="0" marR="0" lvl="0" indent="0" algn="l" defTabSz="1518285" rtl="0" eaLnBrk="1" fontAlgn="auto" latinLnBrk="0" hangingPunct="1">
                        <a:lnSpc>
                          <a:spcPct val="100000"/>
                        </a:lnSpc>
                        <a:spcBef>
                          <a:spcPts val="0"/>
                        </a:spcBef>
                        <a:spcAft>
                          <a:spcPts val="0"/>
                        </a:spcAft>
                        <a:buClrTx/>
                        <a:buSzTx/>
                        <a:buFontTx/>
                        <a:buNone/>
                        <a:defRPr/>
                      </a:pPr>
                      <a:r>
                        <a:rPr lang="en-US" sz="1000" noProof="0" dirty="0">
                          <a:solidFill>
                            <a:srgbClr val="D9D9D9"/>
                          </a:solidFill>
                          <a:latin typeface="Arial" panose="020B0604020202020204"/>
                          <a:cs typeface="Arial" panose="020B0604020202020204"/>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xmlns="" val="10009"/>
                  </a:ext>
                </a:extLst>
              </a:tr>
              <a:tr h="160362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000" noProof="0" dirty="0">
                        <a:solidFill>
                          <a:schemeClr val="bg1"/>
                        </a:solidFill>
                        <a:latin typeface="Arial" panose="020B0604020202020204"/>
                        <a:cs typeface="Arial" panose="020B0604020202020204"/>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xmlns="" val="10010"/>
                  </a:ext>
                </a:extLst>
              </a:tr>
            </a:tbl>
          </a:graphicData>
        </a:graphic>
      </p:graphicFrame>
      <p:graphicFrame>
        <p:nvGraphicFramePr>
          <p:cNvPr id="13" name="Table 12"/>
          <p:cNvGraphicFramePr>
            <a:graphicFrameLocks noGrp="1"/>
          </p:cNvGraphicFramePr>
          <p:nvPr userDrawn="1"/>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xmlns="" val="20000"/>
                    </a:ext>
                  </a:extLst>
                </a:gridCol>
                <a:gridCol w="681713">
                  <a:extLst>
                    <a:ext uri="{9D8B030D-6E8A-4147-A177-3AD203B41FA5}">
                      <a16:colId xmlns:a16="http://schemas.microsoft.com/office/drawing/2014/main" xmlns="" val="20001"/>
                    </a:ext>
                  </a:extLst>
                </a:gridCol>
                <a:gridCol w="2844405">
                  <a:extLst>
                    <a:ext uri="{9D8B030D-6E8A-4147-A177-3AD203B41FA5}">
                      <a16:colId xmlns:a16="http://schemas.microsoft.com/office/drawing/2014/main" xmlns="" val="20002"/>
                    </a:ext>
                  </a:extLst>
                </a:gridCol>
              </a:tblGrid>
              <a:tr h="646893">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anose="020B0603020202020204" pitchFamily="34" charset="0"/>
                        </a:rPr>
                        <a:t>(THIS SIDEBAR WILL NOT PRINT)</a:t>
                      </a:r>
                      <a:endParaRPr lang="en-US" sz="2100" b="1" spc="600" dirty="0">
                        <a:solidFill>
                          <a:schemeClr val="bg1"/>
                        </a:solidFill>
                        <a:latin typeface="Trebuchet MS" panose="020B0603020202020204" pitchFamily="34" charset="0"/>
                      </a:endParaRPr>
                    </a:p>
                  </a:txBody>
                  <a:tcPr marL="95264" marR="95264" marT="47632" marB="47632">
                    <a:solidFill>
                      <a:srgbClr val="FFC000"/>
                    </a:solidFill>
                  </a:tcPr>
                </a:tc>
                <a:tc hMerge="1">
                  <a:txBody>
                    <a:bodyPr/>
                    <a:lstStyle/>
                    <a:p>
                      <a:endParaRPr lang="en-US"/>
                    </a:p>
                  </a:txBody>
                  <a:tcPr/>
                </a:tc>
                <a:tc hMerge="1">
                  <a:txBody>
                    <a:bodyPr/>
                    <a:lstStyle/>
                    <a:p>
                      <a:endParaRPr lang="en-US"/>
                    </a:p>
                  </a:txBody>
                  <a:tcPr marL="95264" marR="95264" marT="47632" marB="47632">
                    <a:solidFill>
                      <a:srgbClr val="FFC000"/>
                    </a:solidFill>
                  </a:tcPr>
                </a:tc>
                <a:extLst>
                  <a:ext uri="{0D108BD9-81ED-4DB2-BD59-A6C34878D82A}">
                    <a16:rowId xmlns:a16="http://schemas.microsoft.com/office/drawing/2014/main" xmlns=""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a:p>
                  </a:txBody>
                  <a:tcPr marL="182880" marT="137160">
                    <a:blipFill rotWithShape="1">
                      <a:blip r:embed="rId8"/>
                      <a:stretch>
                        <a:fillRect/>
                      </a:stretch>
                    </a:blipFill>
                  </a:tcPr>
                </a:tc>
                <a:tc hMerge="1">
                  <a:txBody>
                    <a:bodyPr/>
                    <a:lstStyle/>
                    <a:p>
                      <a:endParaRPr lang="en-US"/>
                    </a:p>
                  </a:txBody>
                  <a:tcPr marL="95264" marR="95264" marT="47632" marB="47632">
                    <a:solidFill>
                      <a:schemeClr val="tx1"/>
                    </a:solidFill>
                  </a:tcPr>
                </a:tc>
                <a:extLst>
                  <a:ext uri="{0D108BD9-81ED-4DB2-BD59-A6C34878D82A}">
                    <a16:rowId xmlns:a16="http://schemas.microsoft.com/office/drawing/2014/main" xmlns=""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550" rtl="0" eaLnBrk="1" fontAlgn="auto" latinLnBrk="0" hangingPunct="1">
                        <a:lnSpc>
                          <a:spcPct val="100000"/>
                        </a:lnSpc>
                        <a:spcBef>
                          <a:spcPts val="0"/>
                        </a:spcBef>
                        <a:spcAft>
                          <a:spcPts val="0"/>
                        </a:spcAft>
                        <a:buClrTx/>
                        <a:buSzTx/>
                        <a:buFontTx/>
                        <a:buNone/>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a:p>
                  </a:txBody>
                  <a:tcPr marL="182880" marT="137160">
                    <a:blipFill rotWithShape="1">
                      <a:blip r:embed="rId9"/>
                      <a:stretch>
                        <a:fillRect/>
                      </a:stretch>
                    </a:blipFill>
                  </a:tcPr>
                </a:tc>
                <a:tc hMerge="1">
                  <a:txBody>
                    <a:bodyPr/>
                    <a:lstStyle/>
                    <a:p>
                      <a:endParaRPr lang="en-US"/>
                    </a:p>
                  </a:txBody>
                  <a:tcPr marL="190527" marR="95264" marT="142896" marB="47632">
                    <a:solidFill>
                      <a:schemeClr val="tx1"/>
                    </a:solidFill>
                  </a:tcPr>
                </a:tc>
                <a:extLst>
                  <a:ext uri="{0D108BD9-81ED-4DB2-BD59-A6C34878D82A}">
                    <a16:rowId xmlns:a16="http://schemas.microsoft.com/office/drawing/2014/main" xmlns="" val="10002"/>
                  </a:ext>
                </a:extLst>
              </a:tr>
              <a:tr h="158722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marL="95264" marR="95264" marT="47632" marB="47632">
                    <a:solidFill>
                      <a:srgbClr val="010101"/>
                    </a:solidFill>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xmlns="" val="10003"/>
                  </a:ext>
                </a:extLst>
              </a:tr>
              <a:tr h="1653209">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xmlns="" val="10004"/>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endParaRPr lang="en-US"/>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xmlns="" val="10005"/>
                  </a:ext>
                </a:extLst>
              </a:tr>
              <a:tr h="880793">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a:cs typeface="Arial" panose="020B0604020202020204"/>
                        </a:rPr>
                        <a:t>How to present your poster</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a:cs typeface="Arial" panose="020B0604020202020204"/>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xmlns="" val="10006"/>
                  </a:ext>
                </a:extLst>
              </a:tr>
              <a:tr h="422492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D9D9D9"/>
                          </a:solidFill>
                          <a:latin typeface="Arial" panose="020B0604020202020204"/>
                          <a:cs typeface="Arial" panose="020B0604020202020204"/>
                        </a:rPr>
                        <a:t>Submit your poster and add it to the Research Poster Virtual Library.</a:t>
                      </a:r>
                      <a:br>
                        <a:rPr lang="en-US" sz="1400" b="1" noProof="0" dirty="0">
                          <a:solidFill>
                            <a:srgbClr val="D9D9D9"/>
                          </a:solidFill>
                          <a:latin typeface="Arial" panose="020B0604020202020204"/>
                          <a:cs typeface="Arial" panose="020B0604020202020204"/>
                        </a:rPr>
                      </a:br>
                      <a:r>
                        <a:rPr lang="en-US" sz="1400" b="1" noProof="0" dirty="0">
                          <a:solidFill>
                            <a:srgbClr val="D9D9D9"/>
                          </a:solidFill>
                          <a:latin typeface="Arial" panose="020B0604020202020204"/>
                          <a:cs typeface="Arial" panose="020B0604020202020204"/>
                        </a:rPr>
                        <a:t/>
                      </a:r>
                      <a:br>
                        <a:rPr lang="en-US" sz="1400" b="1" noProof="0" dirty="0">
                          <a:solidFill>
                            <a:srgbClr val="D9D9D9"/>
                          </a:solidFill>
                          <a:latin typeface="Arial" panose="020B0604020202020204"/>
                          <a:cs typeface="Arial" panose="020B0604020202020204"/>
                        </a:rPr>
                      </a:br>
                      <a:r>
                        <a:rPr lang="en-US" sz="1400" b="1" noProof="0" dirty="0">
                          <a:solidFill>
                            <a:schemeClr val="accent4"/>
                          </a:solidFill>
                          <a:latin typeface="Arial" panose="020B0604020202020204"/>
                          <a:cs typeface="Arial" panose="020B0604020202020204"/>
                        </a:rPr>
                        <a:t>Continuous</a:t>
                      </a:r>
                      <a:r>
                        <a:rPr lang="en-US" sz="1400" b="1" noProof="0" dirty="0">
                          <a:solidFill>
                            <a:srgbClr val="D9D9D9"/>
                          </a:solidFill>
                          <a:latin typeface="Arial" panose="020B0604020202020204"/>
                          <a:cs typeface="Arial" panose="020B0604020202020204"/>
                        </a:rPr>
                        <a:t> </a:t>
                      </a:r>
                      <a:r>
                        <a:rPr lang="en-US" sz="1400" b="1" noProof="0" dirty="0">
                          <a:solidFill>
                            <a:srgbClr val="FFC000"/>
                          </a:solidFill>
                          <a:latin typeface="Arial" panose="020B0604020202020204"/>
                          <a:cs typeface="Arial" panose="020B0604020202020204"/>
                        </a:rPr>
                        <a:t>global reach</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Published posters can easily be presented at virtual conferences. Perfect solution for organizers of meetings and conferences.</a:t>
                      </a:r>
                      <a:r>
                        <a:rPr lang="en-US" sz="1400" b="1" noProof="0" dirty="0">
                          <a:solidFill>
                            <a:srgbClr val="D9D9D9"/>
                          </a:solidFill>
                          <a:latin typeface="Arial" panose="020B0604020202020204"/>
                          <a:cs typeface="Arial" panose="020B0604020202020204"/>
                        </a:rPr>
                        <a:t/>
                      </a:r>
                      <a:br>
                        <a:rPr lang="en-US" sz="1400" b="1" noProof="0" dirty="0">
                          <a:solidFill>
                            <a:srgbClr val="D9D9D9"/>
                          </a:solidFill>
                          <a:latin typeface="Arial" panose="020B0604020202020204"/>
                          <a:cs typeface="Arial" panose="020B0604020202020204"/>
                        </a:rPr>
                      </a:b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hlinkClick r:id="rId11"/>
                        </a:rPr>
                        <a:t>https://www.PosterPresentations.com/</a:t>
                      </a:r>
                      <a:r>
                        <a:rPr lang="en-US" sz="1600" b="1" u="sng" noProof="0" dirty="0">
                          <a:solidFill>
                            <a:srgbClr val="FFC000"/>
                          </a:solidFill>
                          <a:latin typeface="Arial" panose="020B0604020202020204"/>
                          <a:cs typeface="Arial" panose="020B0604020202020204"/>
                          <a:hlinkClick r:id="rId11"/>
                        </a:rPr>
                        <a:t>research</a:t>
                      </a:r>
                      <a:endParaRPr lang="en-US" sz="1600" b="1" u="sng"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txBody>
                  <a:tcPr marL="95264" marR="95264" marT="47632" marB="47632">
                    <a:solidFill>
                      <a:srgbClr val="003366"/>
                    </a:solidFill>
                  </a:tcPr>
                </a:tc>
                <a:tc hMerge="1">
                  <a:txBody>
                    <a:bodyPr/>
                    <a:lstStyle/>
                    <a:p>
                      <a:endParaRPr lang="en-US"/>
                    </a:p>
                  </a:txBody>
                  <a:tcPr/>
                </a:tc>
                <a:tc hMerge="1">
                  <a:txBody>
                    <a:bodyPr/>
                    <a:lstStyle/>
                    <a:p>
                      <a:endParaRPr lang="en-US"/>
                    </a:p>
                  </a:txBody>
                  <a:tcPr marL="95264" marR="95264" marT="47632" marB="47632">
                    <a:solidFill>
                      <a:schemeClr val="accent5">
                        <a:lumMod val="50000"/>
                      </a:schemeClr>
                    </a:solidFill>
                  </a:tcPr>
                </a:tc>
                <a:extLst>
                  <a:ext uri="{0D108BD9-81ED-4DB2-BD59-A6C34878D82A}">
                    <a16:rowId xmlns:a16="http://schemas.microsoft.com/office/drawing/2014/main" xmlns="" val="1000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xmlns="" val="10008"/>
                  </a:ext>
                </a:extLst>
              </a:tr>
              <a:tr h="560893">
                <a:tc>
                  <a:txBody>
                    <a:bodyPr/>
                    <a:lstStyle/>
                    <a:p>
                      <a:pPr>
                        <a:lnSpc>
                          <a:spcPct val="100000"/>
                        </a:lnSpc>
                      </a:pPr>
                      <a:r>
                        <a:rPr lang="en-US" sz="1000" dirty="0">
                          <a:solidFill>
                            <a:schemeClr val="bg1">
                              <a:lumMod val="85000"/>
                            </a:schemeClr>
                          </a:solidFill>
                          <a:latin typeface="Arial" panose="020B0604020202020204"/>
                          <a:cs typeface="Arial" panose="020B0604020202020204"/>
                        </a:rPr>
                        <a:t>© 2020</a:t>
                      </a:r>
                      <a:r>
                        <a:rPr lang="en-US" sz="1000" baseline="0" dirty="0">
                          <a:solidFill>
                            <a:schemeClr val="bg1">
                              <a:lumMod val="85000"/>
                            </a:schemeClr>
                          </a:solidFill>
                          <a:latin typeface="Arial" panose="020B0604020202020204"/>
                          <a:cs typeface="Arial" panose="020B0604020202020204"/>
                        </a:rPr>
                        <a:t> </a:t>
                      </a:r>
                      <a:r>
                        <a:rPr lang="en-US" sz="1000" dirty="0" err="1">
                          <a:solidFill>
                            <a:schemeClr val="bg1">
                              <a:lumMod val="85000"/>
                            </a:schemeClr>
                          </a:solidFill>
                          <a:latin typeface="Arial" panose="020B0604020202020204"/>
                          <a:cs typeface="Arial" panose="020B0604020202020204"/>
                        </a:rPr>
                        <a:t>PosterPresentations.com</a:t>
                      </a:r>
                      <a:r>
                        <a:rPr lang="en-US" sz="1000" dirty="0">
                          <a:solidFill>
                            <a:schemeClr val="bg1">
                              <a:lumMod val="85000"/>
                            </a:schemeClr>
                          </a:solidFill>
                          <a:latin typeface="Arial" panose="020B0604020202020204"/>
                          <a:cs typeface="Arial" panose="020B0604020202020204"/>
                        </a:rPr>
                        <a:t/>
                      </a:r>
                      <a:br>
                        <a:rPr lang="en-US" sz="1000" dirty="0">
                          <a:solidFill>
                            <a:schemeClr val="bg1">
                              <a:lumMod val="85000"/>
                            </a:schemeClr>
                          </a:solidFill>
                          <a:latin typeface="Arial" panose="020B0604020202020204"/>
                          <a:cs typeface="Arial" panose="020B0604020202020204"/>
                        </a:rPr>
                      </a:br>
                      <a:r>
                        <a:rPr lang="en-US" sz="1000" dirty="0">
                          <a:solidFill>
                            <a:schemeClr val="bg1">
                              <a:lumMod val="85000"/>
                            </a:schemeClr>
                          </a:solidFill>
                          <a:latin typeface="Arial" panose="020B0604020202020204"/>
                          <a:cs typeface="Arial" panose="020B0604020202020204"/>
                        </a:rPr>
                        <a:t>2117 Fourth Street ,</a:t>
                      </a:r>
                      <a:r>
                        <a:rPr lang="en-US" sz="1000" baseline="0" dirty="0">
                          <a:solidFill>
                            <a:schemeClr val="bg1">
                              <a:lumMod val="85000"/>
                            </a:schemeClr>
                          </a:solidFill>
                          <a:latin typeface="Arial" panose="020B0604020202020204"/>
                          <a:cs typeface="Arial" panose="020B0604020202020204"/>
                        </a:rPr>
                        <a:t> STE C        </a:t>
                      </a:r>
                    </a:p>
                    <a:p>
                      <a:pPr>
                        <a:lnSpc>
                          <a:spcPct val="100000"/>
                        </a:lnSpc>
                      </a:pPr>
                      <a:r>
                        <a:rPr lang="en-US" sz="1000" baseline="0" dirty="0">
                          <a:solidFill>
                            <a:schemeClr val="bg1">
                              <a:lumMod val="85000"/>
                            </a:schemeClr>
                          </a:solidFill>
                          <a:latin typeface="Arial" panose="020B0604020202020204"/>
                          <a:cs typeface="Arial" panose="020B0604020202020204"/>
                        </a:rPr>
                        <a:t>Berkeley CA 94710 USA</a:t>
                      </a:r>
                      <a:endParaRPr lang="en-US" sz="1000" dirty="0">
                        <a:solidFill>
                          <a:schemeClr val="bg1">
                            <a:lumMod val="85000"/>
                          </a:schemeClr>
                        </a:solidFill>
                        <a:latin typeface="Arial" panose="020B0604020202020204"/>
                        <a:cs typeface="Arial" panose="020B0604020202020204"/>
                      </a:endParaRPr>
                    </a:p>
                  </a:txBody>
                  <a:tcPr marL="106881" marR="53440" marT="70140" marB="2338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300" b="1" dirty="0">
                          <a:solidFill>
                            <a:srgbClr val="D0D0D0"/>
                          </a:solidFill>
                          <a:latin typeface="Arial" panose="020B0604020202020204"/>
                          <a:cs typeface="Arial" panose="020B0604020202020204"/>
                        </a:rPr>
                        <a:t>For poster-making tutorials</a:t>
                      </a:r>
                      <a:r>
                        <a:rPr lang="en-US" sz="1300" b="1" baseline="0" dirty="0">
                          <a:solidFill>
                            <a:srgbClr val="D0D0D0"/>
                          </a:solidFill>
                          <a:latin typeface="Arial" panose="020B0604020202020204"/>
                          <a:cs typeface="Arial" panose="020B0604020202020204"/>
                        </a:rPr>
                        <a:t> visit:</a:t>
                      </a:r>
                    </a:p>
                    <a:p>
                      <a:pPr marL="0" marR="0" indent="0" algn="l" defTabSz="4389120" rtl="0" eaLnBrk="1" fontAlgn="auto" latinLnBrk="0" hangingPunct="1">
                        <a:lnSpc>
                          <a:spcPct val="100000"/>
                        </a:lnSpc>
                        <a:spcBef>
                          <a:spcPts val="0"/>
                        </a:spcBef>
                        <a:spcAft>
                          <a:spcPts val="0"/>
                        </a:spcAft>
                        <a:buClrTx/>
                        <a:buSzTx/>
                        <a:buFontTx/>
                        <a:buNone/>
                        <a:defRPr/>
                      </a:pPr>
                      <a:r>
                        <a:rPr lang="en-US" sz="900" b="1" dirty="0">
                          <a:solidFill>
                            <a:srgbClr val="FFC000"/>
                          </a:solidFill>
                          <a:latin typeface="Arial" panose="020B0604020202020204"/>
                          <a:cs typeface="Arial" panose="020B0604020202020204"/>
                        </a:rPr>
                        <a:t>https://</a:t>
                      </a:r>
                      <a:r>
                        <a:rPr lang="en-US" sz="900" b="1" dirty="0" err="1">
                          <a:solidFill>
                            <a:srgbClr val="FFC000"/>
                          </a:solidFill>
                          <a:latin typeface="Arial" panose="020B0604020202020204"/>
                          <a:cs typeface="Arial" panose="020B0604020202020204"/>
                        </a:rPr>
                        <a:t>www.posterpresentations.com</a:t>
                      </a:r>
                      <a:r>
                        <a:rPr lang="en-US" sz="900" b="1" dirty="0">
                          <a:solidFill>
                            <a:srgbClr val="FFC000"/>
                          </a:solidFill>
                          <a:latin typeface="Arial" panose="020B0604020202020204"/>
                          <a:cs typeface="Arial" panose="020B0604020202020204"/>
                        </a:rPr>
                        <a:t>/</a:t>
                      </a:r>
                      <a:r>
                        <a:rPr lang="en-US" sz="900" b="1" dirty="0" err="1">
                          <a:solidFill>
                            <a:srgbClr val="FFC000"/>
                          </a:solidFill>
                          <a:latin typeface="Arial" panose="020B0604020202020204"/>
                          <a:cs typeface="Arial" panose="020B0604020202020204"/>
                        </a:rPr>
                        <a:t>helpdesk.html</a:t>
                      </a:r>
                      <a:endParaRPr lang="en-US" sz="900" dirty="0">
                        <a:solidFill>
                          <a:schemeClr val="bg1">
                            <a:lumMod val="85000"/>
                          </a:schemeClr>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xmlns="" val="10009"/>
                  </a:ext>
                </a:extLst>
              </a:tr>
            </a:tbl>
          </a:graphicData>
        </a:graphic>
      </p:graphicFrame>
    </p:spTree>
  </p:cSld>
  <p:clrMap bg1="lt1" tx1="dk1" bg2="lt2" tx2="dk2" accent1="accent1" accent2="accent2" accent3="accent3" accent4="accent4" accent5="accent5" accent6="accent6" hlink="hlink" folHlink="folHlink"/>
  <p:sldLayoutIdLst>
    <p:sldLayoutId id="2147483653" r:id="rId1"/>
  </p:sldLayoutIdLst>
  <p:txStyles>
    <p:titleStyle>
      <a:lvl1pPr algn="ctr" defTabSz="2675255" rtl="0" eaLnBrk="1" latinLnBrk="0" hangingPunct="1">
        <a:spcBef>
          <a:spcPct val="0"/>
        </a:spcBef>
        <a:buNone/>
        <a:defRPr sz="5335" kern="1200">
          <a:solidFill>
            <a:schemeClr val="bg1"/>
          </a:solidFill>
          <a:latin typeface="Trebuchet MS" panose="020B0603020202020204" pitchFamily="34" charset="0"/>
          <a:ea typeface="+mj-ea"/>
          <a:cs typeface="+mj-cs"/>
        </a:defRPr>
      </a:lvl1pPr>
    </p:titleStyle>
    <p:bodyStyle>
      <a:lvl1pPr marL="1003300" indent="-1003300" algn="l" defTabSz="2675255" rtl="0" eaLnBrk="1" latinLnBrk="0" hangingPunct="1">
        <a:spcBef>
          <a:spcPct val="20000"/>
        </a:spcBef>
        <a:buFont typeface="Arial" panose="020B0604020202020204" pitchFamily="34" charset="0"/>
        <a:buChar char="•"/>
        <a:defRPr sz="9385" kern="1200">
          <a:solidFill>
            <a:schemeClr val="tx1"/>
          </a:solidFill>
          <a:latin typeface="+mn-lt"/>
          <a:ea typeface="+mn-ea"/>
          <a:cs typeface="+mn-cs"/>
        </a:defRPr>
      </a:lvl1pPr>
      <a:lvl2pPr marL="2173605" indent="-836295" algn="l" defTabSz="2675255" rtl="0" eaLnBrk="1" latinLnBrk="0" hangingPunct="1">
        <a:spcBef>
          <a:spcPct val="20000"/>
        </a:spcBef>
        <a:buFont typeface="Arial" panose="020B0604020202020204" pitchFamily="34" charset="0"/>
        <a:buChar char="–"/>
        <a:defRPr sz="8215" kern="1200">
          <a:solidFill>
            <a:schemeClr val="tx1"/>
          </a:solidFill>
          <a:latin typeface="+mn-lt"/>
          <a:ea typeface="+mn-ea"/>
          <a:cs typeface="+mn-cs"/>
        </a:defRPr>
      </a:lvl2pPr>
      <a:lvl3pPr marL="3343910" indent="-668655" algn="l" defTabSz="2675255" rtl="0" eaLnBrk="1" latinLnBrk="0" hangingPunct="1">
        <a:spcBef>
          <a:spcPct val="20000"/>
        </a:spcBef>
        <a:buFont typeface="Arial" panose="020B0604020202020204" pitchFamily="34" charset="0"/>
        <a:buChar char="•"/>
        <a:defRPr sz="7040" kern="1200">
          <a:solidFill>
            <a:schemeClr val="tx1"/>
          </a:solidFill>
          <a:latin typeface="+mn-lt"/>
          <a:ea typeface="+mn-ea"/>
          <a:cs typeface="+mn-cs"/>
        </a:defRPr>
      </a:lvl3pPr>
      <a:lvl4pPr marL="468185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4pPr>
      <a:lvl5pPr marL="60191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p:bodyStyle>
    <p:otherStyle>
      <a:defPPr>
        <a:defRPr lang="en-US"/>
      </a:defPPr>
      <a:lvl1pPr marL="0" algn="l" defTabSz="2675255" rtl="0" eaLnBrk="1" latinLnBrk="0" hangingPunct="1">
        <a:defRPr sz="5225" kern="1200">
          <a:solidFill>
            <a:schemeClr val="tx1"/>
          </a:solidFill>
          <a:latin typeface="+mn-lt"/>
          <a:ea typeface="+mn-ea"/>
          <a:cs typeface="+mn-cs"/>
        </a:defRPr>
      </a:lvl1pPr>
      <a:lvl2pPr marL="1337310" algn="l" defTabSz="2675255" rtl="0" eaLnBrk="1" latinLnBrk="0" hangingPunct="1">
        <a:defRPr sz="5225" kern="1200">
          <a:solidFill>
            <a:schemeClr val="tx1"/>
          </a:solidFill>
          <a:latin typeface="+mn-lt"/>
          <a:ea typeface="+mn-ea"/>
          <a:cs typeface="+mn-cs"/>
        </a:defRPr>
      </a:lvl2pPr>
      <a:lvl3pPr marL="2675255" algn="l" defTabSz="2675255" rtl="0" eaLnBrk="1" latinLnBrk="0" hangingPunct="1">
        <a:defRPr sz="5225" kern="1200">
          <a:solidFill>
            <a:schemeClr val="tx1"/>
          </a:solidFill>
          <a:latin typeface="+mn-lt"/>
          <a:ea typeface="+mn-ea"/>
          <a:cs typeface="+mn-cs"/>
        </a:defRPr>
      </a:lvl3pPr>
      <a:lvl4pPr marL="4012565" algn="l" defTabSz="2675255" rtl="0" eaLnBrk="1" latinLnBrk="0" hangingPunct="1">
        <a:defRPr sz="5225" kern="1200">
          <a:solidFill>
            <a:schemeClr val="tx1"/>
          </a:solidFill>
          <a:latin typeface="+mn-lt"/>
          <a:ea typeface="+mn-ea"/>
          <a:cs typeface="+mn-cs"/>
        </a:defRPr>
      </a:lvl4pPr>
      <a:lvl5pPr marL="5350510" algn="l" defTabSz="2675255" rtl="0" eaLnBrk="1" latinLnBrk="0" hangingPunct="1">
        <a:defRPr sz="5225" kern="1200">
          <a:solidFill>
            <a:schemeClr val="tx1"/>
          </a:solidFill>
          <a:latin typeface="+mn-lt"/>
          <a:ea typeface="+mn-ea"/>
          <a:cs typeface="+mn-cs"/>
        </a:defRPr>
      </a:lvl5pPr>
      <a:lvl6pPr marL="6687820" algn="l" defTabSz="2675255" rtl="0" eaLnBrk="1" latinLnBrk="0" hangingPunct="1">
        <a:defRPr sz="5225" kern="1200">
          <a:solidFill>
            <a:schemeClr val="tx1"/>
          </a:solidFill>
          <a:latin typeface="+mn-lt"/>
          <a:ea typeface="+mn-ea"/>
          <a:cs typeface="+mn-cs"/>
        </a:defRPr>
      </a:lvl6pPr>
      <a:lvl7pPr marL="8025765" algn="l" defTabSz="2675255" rtl="0" eaLnBrk="1" latinLnBrk="0" hangingPunct="1">
        <a:defRPr sz="5225" kern="1200">
          <a:solidFill>
            <a:schemeClr val="tx1"/>
          </a:solidFill>
          <a:latin typeface="+mn-lt"/>
          <a:ea typeface="+mn-ea"/>
          <a:cs typeface="+mn-cs"/>
        </a:defRPr>
      </a:lvl7pPr>
      <a:lvl8pPr marL="9363075" algn="l" defTabSz="2675255" rtl="0" eaLnBrk="1" latinLnBrk="0" hangingPunct="1">
        <a:defRPr sz="5225" kern="1200">
          <a:solidFill>
            <a:schemeClr val="tx1"/>
          </a:solidFill>
          <a:latin typeface="+mn-lt"/>
          <a:ea typeface="+mn-ea"/>
          <a:cs typeface="+mn-cs"/>
        </a:defRPr>
      </a:lvl8pPr>
      <a:lvl9pPr marL="10701020" algn="l" defTabSz="2675255" rtl="0" eaLnBrk="1" latinLnBrk="0" hangingPunct="1">
        <a:defRPr sz="52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bin"/></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98" name="Text Placeholder 297"/>
          <p:cNvSpPr>
            <a:spLocks noGrp="1"/>
          </p:cNvSpPr>
          <p:nvPr>
            <p:ph type="body" sz="quarter" idx="10"/>
          </p:nvPr>
        </p:nvSpPr>
        <p:spPr>
          <a:xfrm>
            <a:off x="606195" y="3063162"/>
            <a:ext cx="6704542" cy="6542437"/>
          </a:xfrm>
        </p:spPr>
        <p:txBody>
          <a:bodyPr/>
          <a:lstStyle/>
          <a:p>
            <a:pPr algn="just"/>
            <a:r>
              <a:rPr lang="en-US" sz="2000" b="1" dirty="0"/>
              <a:t>Abstract:</a:t>
            </a:r>
            <a:r>
              <a:rPr lang="en-US" sz="2000" dirty="0"/>
              <a:t> This paper introduces a robust person identification system based on skeleton gait recognition from drone-captured videos. Using a custom dataset of 9,343 skeletal images from 50 subjects, we fine-tuned an EfficientNet-B0 model optimized for real-world conditions. The system achieves 97.8% accuracy, 97.6% precision, and 97.8% recall, demonstrating strong performance even in challenging environments. Our model’s effectiveness is validated through precision-recall and ROC curves, making it suitable for privacy-preserving aerial surveillance.</a:t>
            </a:r>
          </a:p>
          <a:p>
            <a:pPr algn="just"/>
            <a:r>
              <a:rPr lang="en-US" sz="2000" b="1" dirty="0"/>
              <a:t>Introduction: </a:t>
            </a:r>
            <a:r>
              <a:rPr lang="en-US" sz="2000" dirty="0"/>
              <a:t>Aerial drone surveillance faces challenges in person identification due to occlusion, distance, and viewpoint changes. Traditional biometrics, like facial recognition, struggle in these conditions. Skeleton-based gait recognition offers a privacy-preserving solution by utilizing unique movement patterns for identification. This work aims to enhance identification accuracy in drone surveillance by improving viewpoint invariance and generalization across diverse conditions..</a:t>
            </a:r>
          </a:p>
          <a:p>
            <a:pPr algn="just"/>
            <a:endParaRPr lang="en-US" sz="2000" dirty="0"/>
          </a:p>
        </p:txBody>
      </p:sp>
      <p:sp>
        <p:nvSpPr>
          <p:cNvPr id="299" name="Text Placeholder 298"/>
          <p:cNvSpPr>
            <a:spLocks noGrp="1"/>
          </p:cNvSpPr>
          <p:nvPr>
            <p:ph type="body" sz="quarter" idx="11"/>
          </p:nvPr>
        </p:nvSpPr>
        <p:spPr>
          <a:xfrm>
            <a:off x="608842" y="2579876"/>
            <a:ext cx="6699250" cy="534670"/>
          </a:xfrm>
        </p:spPr>
        <p:txBody>
          <a:bodyPr/>
          <a:lstStyle/>
          <a:p>
            <a:r>
              <a:rPr lang="en-US" sz="2800" dirty="0">
                <a:sym typeface="+mn-ea"/>
              </a:rPr>
              <a:t>Abstract &amp; </a:t>
            </a:r>
            <a:r>
              <a:rPr lang="en-US" sz="2800" dirty="0">
                <a:solidFill>
                  <a:schemeClr val="accent5">
                    <a:lumMod val="50000"/>
                  </a:schemeClr>
                </a:solidFill>
              </a:rPr>
              <a:t>Introduction </a:t>
            </a:r>
          </a:p>
        </p:txBody>
      </p:sp>
      <p:sp>
        <p:nvSpPr>
          <p:cNvPr id="303" name="Text Placeholder 302"/>
          <p:cNvSpPr>
            <a:spLocks noGrp="1"/>
          </p:cNvSpPr>
          <p:nvPr>
            <p:ph type="body" sz="quarter" idx="20"/>
          </p:nvPr>
        </p:nvSpPr>
        <p:spPr>
          <a:xfrm>
            <a:off x="700406" y="9367517"/>
            <a:ext cx="6700308" cy="534670"/>
          </a:xfrm>
        </p:spPr>
        <p:txBody>
          <a:bodyPr/>
          <a:lstStyle/>
          <a:p>
            <a:r>
              <a:rPr lang="en-US" sz="2800" dirty="0">
                <a:solidFill>
                  <a:schemeClr val="accent5">
                    <a:lumMod val="50000"/>
                  </a:schemeClr>
                </a:solidFill>
              </a:rPr>
              <a:t>Objectives</a:t>
            </a:r>
          </a:p>
        </p:txBody>
      </p:sp>
      <p:sp>
        <p:nvSpPr>
          <p:cNvPr id="305" name="Text Placeholder 304"/>
          <p:cNvSpPr>
            <a:spLocks noGrp="1"/>
          </p:cNvSpPr>
          <p:nvPr>
            <p:ph type="body" sz="quarter" idx="22"/>
          </p:nvPr>
        </p:nvSpPr>
        <p:spPr>
          <a:xfrm>
            <a:off x="7724776" y="2579876"/>
            <a:ext cx="13813366" cy="534670"/>
          </a:xfrm>
        </p:spPr>
        <p:txBody>
          <a:bodyPr/>
          <a:lstStyle/>
          <a:p>
            <a:r>
              <a:rPr lang="en-US" sz="2800">
                <a:solidFill>
                  <a:schemeClr val="accent5">
                    <a:lumMod val="50000"/>
                  </a:schemeClr>
                </a:solidFill>
              </a:rPr>
              <a:t>Methodology</a:t>
            </a:r>
          </a:p>
        </p:txBody>
      </p:sp>
      <p:sp>
        <p:nvSpPr>
          <p:cNvPr id="306" name="Text Placeholder 305"/>
          <p:cNvSpPr>
            <a:spLocks noGrp="1"/>
          </p:cNvSpPr>
          <p:nvPr>
            <p:ph type="body" sz="quarter" idx="23"/>
          </p:nvPr>
        </p:nvSpPr>
        <p:spPr>
          <a:xfrm>
            <a:off x="22186266" y="2751262"/>
            <a:ext cx="6255384" cy="4614858"/>
          </a:xfrm>
        </p:spPr>
        <p:txBody>
          <a:bodyPr/>
          <a:lstStyle/>
          <a:p>
            <a:r>
              <a:rPr lang="en-US" sz="2000" b="1" dirty="0"/>
              <a:t>Results</a:t>
            </a:r>
          </a:p>
          <a:p>
            <a:r>
              <a:rPr lang="en-US" sz="2000" b="1" dirty="0"/>
              <a:t>97.79%</a:t>
            </a:r>
            <a:r>
              <a:rPr lang="en-US" sz="2000" dirty="0"/>
              <a:t> test accuracy · </a:t>
            </a:r>
            <a:r>
              <a:rPr lang="en-US" sz="2000" b="1" dirty="0"/>
              <a:t>99.71%</a:t>
            </a:r>
            <a:r>
              <a:rPr lang="en-US" sz="2000" dirty="0"/>
              <a:t> Top-3 · </a:t>
            </a:r>
            <a:r>
              <a:rPr lang="en-US" sz="2000" b="1" dirty="0"/>
              <a:t>99.86%</a:t>
            </a:r>
            <a:r>
              <a:rPr lang="en-US" sz="2000" dirty="0"/>
              <a:t> Top-5 ROC AUC: </a:t>
            </a:r>
            <a:r>
              <a:rPr lang="en-US" sz="2000" b="1" dirty="0"/>
              <a:t>1.0000</a:t>
            </a:r>
            <a:r>
              <a:rPr lang="en-US" sz="2000" dirty="0"/>
              <a:t>, perfect class separability across all 50 subjects</a:t>
            </a:r>
          </a:p>
          <a:p>
            <a:r>
              <a:rPr lang="en-US" sz="2000" b="1" dirty="0"/>
              <a:t>Per-Class Performance</a:t>
            </a:r>
            <a:r>
              <a:rPr lang="en-US" sz="2000" dirty="0"/>
              <a:t> Precision </a:t>
            </a:r>
            <a:r>
              <a:rPr lang="en-US" sz="2000" b="1" dirty="0"/>
              <a:t>97.77%</a:t>
            </a:r>
            <a:r>
              <a:rPr lang="en-US" sz="2000" dirty="0"/>
              <a:t> · Recall </a:t>
            </a:r>
            <a:r>
              <a:rPr lang="en-US" sz="2000" b="1" dirty="0"/>
              <a:t>97.55%</a:t>
            </a:r>
            <a:r>
              <a:rPr lang="en-US" sz="2000" dirty="0"/>
              <a:t> · F1-Score </a:t>
            </a:r>
            <a:r>
              <a:rPr lang="en-US" sz="2000" b="1" dirty="0"/>
              <a:t>97.59%</a:t>
            </a:r>
            <a:endParaRPr lang="en-US" sz="2000" dirty="0"/>
          </a:p>
          <a:p>
            <a:r>
              <a:rPr lang="en-US" sz="2000" b="1" dirty="0"/>
              <a:t>Confidence Calibration</a:t>
            </a:r>
            <a:r>
              <a:rPr lang="en-US" sz="2000" dirty="0"/>
              <a:t> Correct predictions </a:t>
            </a:r>
            <a:r>
              <a:rPr lang="en-US" sz="2000" b="1" dirty="0"/>
              <a:t>85.36%</a:t>
            </a:r>
            <a:r>
              <a:rPr lang="en-US" sz="2000" dirty="0"/>
              <a:t> vs incorrect </a:t>
            </a:r>
            <a:r>
              <a:rPr lang="en-US" sz="2000" b="1" dirty="0"/>
              <a:t>45.25%</a:t>
            </a:r>
            <a:r>
              <a:rPr lang="en-US" sz="2000" dirty="0"/>
              <a:t>, gap of </a:t>
            </a:r>
            <a:r>
              <a:rPr lang="en-US" sz="2000" b="1" dirty="0"/>
              <a:t>40.11%</a:t>
            </a:r>
            <a:endParaRPr lang="en-US" sz="2000" dirty="0"/>
          </a:p>
          <a:p>
            <a:r>
              <a:rPr lang="en-US" sz="2000" b="1" dirty="0"/>
              <a:t>Model Comparison</a:t>
            </a:r>
            <a:r>
              <a:rPr lang="en-US" sz="2000" dirty="0"/>
              <a:t> EfficientNet-B0 </a:t>
            </a:r>
            <a:r>
              <a:rPr lang="en-US" sz="2000" b="1" dirty="0"/>
              <a:t>(97.8%)</a:t>
            </a:r>
            <a:r>
              <a:rPr lang="en-US" sz="2000" dirty="0"/>
              <a:t> · ResNet-50 (96.9%) · DenseNet-121 (91.2%) · </a:t>
            </a:r>
            <a:r>
              <a:rPr lang="en-US" sz="2000" dirty="0" err="1"/>
              <a:t>MobileNet</a:t>
            </a:r>
            <a:r>
              <a:rPr lang="en-US" sz="2000" dirty="0"/>
              <a:t> V3 Large (85.2%)</a:t>
            </a:r>
          </a:p>
          <a:p>
            <a:endParaRPr lang="en-US" sz="2400" dirty="0">
              <a:solidFill>
                <a:schemeClr val="accent5">
                  <a:lumMod val="50000"/>
                </a:schemeClr>
              </a:solidFill>
            </a:endParaRPr>
          </a:p>
          <a:p>
            <a:endParaRPr lang="en-US" dirty="0">
              <a:solidFill>
                <a:schemeClr val="accent5">
                  <a:lumMod val="50000"/>
                </a:schemeClr>
              </a:solidFill>
            </a:endParaRPr>
          </a:p>
        </p:txBody>
      </p:sp>
      <p:sp>
        <p:nvSpPr>
          <p:cNvPr id="307" name="Text Placeholder 306"/>
          <p:cNvSpPr>
            <a:spLocks noGrp="1"/>
          </p:cNvSpPr>
          <p:nvPr>
            <p:ph type="body" sz="quarter" idx="24"/>
          </p:nvPr>
        </p:nvSpPr>
        <p:spPr>
          <a:xfrm>
            <a:off x="7724776" y="10082122"/>
            <a:ext cx="13813366" cy="534670"/>
          </a:xfrm>
        </p:spPr>
        <p:txBody>
          <a:bodyPr/>
          <a:lstStyle/>
          <a:p>
            <a:r>
              <a:rPr lang="en-US" sz="2800" dirty="0">
                <a:solidFill>
                  <a:schemeClr val="accent5">
                    <a:lumMod val="50000"/>
                  </a:schemeClr>
                </a:solidFill>
              </a:rPr>
              <a:t>Result</a:t>
            </a:r>
          </a:p>
        </p:txBody>
      </p:sp>
      <p:sp>
        <p:nvSpPr>
          <p:cNvPr id="310" name="Text Placeholder 309"/>
          <p:cNvSpPr>
            <a:spLocks noGrp="1"/>
          </p:cNvSpPr>
          <p:nvPr>
            <p:ph type="body" sz="quarter" idx="27"/>
          </p:nvPr>
        </p:nvSpPr>
        <p:spPr>
          <a:xfrm>
            <a:off x="22108779" y="15057779"/>
            <a:ext cx="6698012" cy="534670"/>
          </a:xfrm>
        </p:spPr>
        <p:txBody>
          <a:bodyPr/>
          <a:lstStyle/>
          <a:p>
            <a:r>
              <a:rPr lang="en-US" sz="2800" dirty="0">
                <a:solidFill>
                  <a:schemeClr val="accent5">
                    <a:lumMod val="50000"/>
                  </a:schemeClr>
                </a:solidFill>
              </a:rPr>
              <a:t>References</a:t>
            </a:r>
          </a:p>
        </p:txBody>
      </p:sp>
      <p:sp>
        <p:nvSpPr>
          <p:cNvPr id="312" name="Text Placeholder 311"/>
          <p:cNvSpPr>
            <a:spLocks noGrp="1"/>
          </p:cNvSpPr>
          <p:nvPr>
            <p:ph type="body" sz="quarter" idx="29"/>
          </p:nvPr>
        </p:nvSpPr>
        <p:spPr>
          <a:xfrm>
            <a:off x="22186266" y="9156637"/>
            <a:ext cx="6698012" cy="534670"/>
          </a:xfrm>
        </p:spPr>
        <p:txBody>
          <a:bodyPr/>
          <a:lstStyle/>
          <a:p>
            <a:r>
              <a:rPr lang="en-US" sz="2800" dirty="0">
                <a:solidFill>
                  <a:schemeClr val="accent5">
                    <a:lumMod val="50000"/>
                  </a:schemeClr>
                </a:solidFill>
              </a:rPr>
              <a:t>Conclusion &amp; Future Work</a:t>
            </a:r>
          </a:p>
        </p:txBody>
      </p:sp>
      <p:sp>
        <p:nvSpPr>
          <p:cNvPr id="313" name="Text Placeholder 312"/>
          <p:cNvSpPr>
            <a:spLocks noGrp="1"/>
          </p:cNvSpPr>
          <p:nvPr>
            <p:ph type="body" sz="quarter" idx="30"/>
          </p:nvPr>
        </p:nvSpPr>
        <p:spPr>
          <a:xfrm>
            <a:off x="22186266" y="10767485"/>
            <a:ext cx="6434454" cy="4203335"/>
          </a:xfrm>
        </p:spPr>
        <p:txBody>
          <a:bodyPr/>
          <a:lstStyle/>
          <a:p>
            <a:r>
              <a:rPr lang="en-US" sz="2000" b="1" dirty="0"/>
              <a:t>Conclusion &amp; Future Work</a:t>
            </a:r>
          </a:p>
          <a:p>
            <a:r>
              <a:rPr lang="en-US" sz="2000" dirty="0"/>
              <a:t>A drone-optimized, privacy-preserving person identification system using skeleton gait and </a:t>
            </a:r>
            <a:r>
              <a:rPr lang="en-US" sz="2000" b="1" dirty="0"/>
              <a:t>EfficientNet-B0</a:t>
            </a:r>
            <a:r>
              <a:rPr lang="en-US" sz="2000" dirty="0"/>
              <a:t>, achieving </a:t>
            </a:r>
            <a:r>
              <a:rPr lang="en-US" sz="2000" b="1" dirty="0"/>
              <a:t>97.8% accuracy</a:t>
            </a:r>
            <a:r>
              <a:rPr lang="en-US" sz="2000" dirty="0"/>
              <a:t> under real-world aerial conditions without compromising subject privacy.</a:t>
            </a:r>
          </a:p>
          <a:p>
            <a:r>
              <a:rPr lang="en-US" sz="2000" b="1" dirty="0"/>
              <a:t>Limitations:</a:t>
            </a:r>
            <a:r>
              <a:rPr lang="en-US" sz="2000" dirty="0"/>
              <a:t> Single-dataset evaluation · No extreme viewpoint handling · Weather/lighting not controlled</a:t>
            </a:r>
          </a:p>
          <a:p>
            <a:r>
              <a:rPr lang="en-US" sz="2000" b="1" dirty="0"/>
              <a:t>Future Work</a:t>
            </a:r>
            <a:r>
              <a:rPr lang="en-US" sz="2000" dirty="0"/>
              <a:t> Cross-dataset validation · Multi-modal fusion (RGB + skeleton + optical flow) Edge deployment optimization · Self-supervised pre-training · View-invariant modules</a:t>
            </a:r>
          </a:p>
          <a:p>
            <a:endParaRPr lang="en-US" sz="2000" dirty="0"/>
          </a:p>
        </p:txBody>
      </p:sp>
      <p:sp>
        <p:nvSpPr>
          <p:cNvPr id="351" name="Text Placeholder 350"/>
          <p:cNvSpPr>
            <a:spLocks noGrp="1"/>
          </p:cNvSpPr>
          <p:nvPr>
            <p:ph type="body" sz="quarter" idx="150"/>
          </p:nvPr>
        </p:nvSpPr>
        <p:spPr>
          <a:xfrm>
            <a:off x="3854767" y="1488380"/>
            <a:ext cx="21603018" cy="598230"/>
          </a:xfrm>
        </p:spPr>
        <p:txBody>
          <a:bodyPr>
            <a:noAutofit/>
          </a:bodyPr>
          <a:lstStyle/>
          <a:p>
            <a:r>
              <a:rPr lang="en-US" sz="3200" b="1" dirty="0">
                <a:solidFill>
                  <a:srgbClr val="002060"/>
                </a:solidFill>
                <a:latin typeface="+mj-lt"/>
              </a:rPr>
              <a:t>Authors Name: Mohammad Ali Sakib , Samia </a:t>
            </a:r>
            <a:r>
              <a:rPr lang="en-US" sz="3200" b="1" dirty="0" err="1">
                <a:solidFill>
                  <a:srgbClr val="002060"/>
                </a:solidFill>
                <a:latin typeface="+mj-lt"/>
              </a:rPr>
              <a:t>Khondoker</a:t>
            </a:r>
            <a:r>
              <a:rPr lang="en-US" sz="3200" b="1" dirty="0">
                <a:solidFill>
                  <a:srgbClr val="002060"/>
                </a:solidFill>
                <a:latin typeface="+mj-lt"/>
              </a:rPr>
              <a:t>  , Maisha </a:t>
            </a:r>
            <a:r>
              <a:rPr lang="en-US" sz="3200" b="1" dirty="0" err="1">
                <a:solidFill>
                  <a:srgbClr val="002060"/>
                </a:solidFill>
                <a:latin typeface="+mj-lt"/>
              </a:rPr>
              <a:t>Mobashira</a:t>
            </a:r>
            <a:r>
              <a:rPr lang="en-US" sz="3200" b="1" dirty="0">
                <a:solidFill>
                  <a:srgbClr val="002060"/>
                </a:solidFill>
                <a:latin typeface="+mj-lt"/>
              </a:rPr>
              <a:t> </a:t>
            </a:r>
            <a:r>
              <a:rPr lang="en-US" sz="3200" b="1">
                <a:solidFill>
                  <a:srgbClr val="002060"/>
                </a:solidFill>
                <a:latin typeface="+mj-lt"/>
              </a:rPr>
              <a:t>, Rafiur</a:t>
            </a:r>
            <a:r>
              <a:rPr lang="en-US" sz="3200" b="1" dirty="0">
                <a:solidFill>
                  <a:srgbClr val="002060"/>
                </a:solidFill>
                <a:latin typeface="+mj-lt"/>
              </a:rPr>
              <a:t> Rahaman , </a:t>
            </a:r>
            <a:r>
              <a:rPr lang="en-US" sz="3200" b="1" dirty="0" err="1">
                <a:solidFill>
                  <a:srgbClr val="002060"/>
                </a:solidFill>
                <a:latin typeface="+mj-lt"/>
              </a:rPr>
              <a:t>Nakib</a:t>
            </a:r>
            <a:r>
              <a:rPr lang="en-US" sz="3200" b="1" dirty="0">
                <a:solidFill>
                  <a:srgbClr val="002060"/>
                </a:solidFill>
                <a:latin typeface="+mj-lt"/>
              </a:rPr>
              <a:t> Aman , Md. Abu </a:t>
            </a:r>
            <a:r>
              <a:rPr lang="en-US" sz="3200" b="1" dirty="0" err="1">
                <a:solidFill>
                  <a:srgbClr val="002060"/>
                </a:solidFill>
                <a:latin typeface="+mj-lt"/>
              </a:rPr>
              <a:t>Johab</a:t>
            </a:r>
            <a:endParaRPr lang="en-US" sz="3200" b="1" dirty="0">
              <a:solidFill>
                <a:srgbClr val="002060"/>
              </a:solidFill>
              <a:latin typeface="+mj-lt"/>
            </a:endParaRPr>
          </a:p>
        </p:txBody>
      </p:sp>
      <p:sp>
        <p:nvSpPr>
          <p:cNvPr id="352" name="Text Placeholder 351"/>
          <p:cNvSpPr>
            <a:spLocks noGrp="1"/>
          </p:cNvSpPr>
          <p:nvPr>
            <p:ph type="body" sz="quarter" idx="184"/>
          </p:nvPr>
        </p:nvSpPr>
        <p:spPr>
          <a:xfrm>
            <a:off x="9996488" y="232410"/>
            <a:ext cx="9371330" cy="634365"/>
          </a:xfrm>
        </p:spPr>
        <p:txBody>
          <a:bodyPr>
            <a:noAutofit/>
          </a:bodyPr>
          <a:lstStyle/>
          <a:p>
            <a:r>
              <a:rPr lang="en-US" sz="3200" b="1" dirty="0">
                <a:solidFill>
                  <a:srgbClr val="002060"/>
                </a:solidFill>
                <a:sym typeface="+mn-ea"/>
              </a:rPr>
              <a:t>Paper ID</a:t>
            </a:r>
            <a:r>
              <a:rPr lang="en-US" sz="3200" b="1" dirty="0">
                <a:solidFill>
                  <a:srgbClr val="002060"/>
                </a:solidFill>
                <a:latin typeface="+mj-lt"/>
                <a:sym typeface="+mn-ea"/>
              </a:rPr>
              <a:t>: </a:t>
            </a:r>
            <a:r>
              <a:rPr lang="en-US" sz="3200" b="1" i="0" dirty="0">
                <a:solidFill>
                  <a:srgbClr val="002060"/>
                </a:solidFill>
                <a:effectLst/>
                <a:latin typeface="+mj-lt"/>
              </a:rPr>
              <a:t>2342</a:t>
            </a:r>
            <a:endParaRPr lang="en-US" sz="3200" b="1" dirty="0">
              <a:solidFill>
                <a:srgbClr val="002060"/>
              </a:solidFill>
              <a:latin typeface="+mj-lt"/>
              <a:sym typeface="+mn-ea"/>
            </a:endParaRPr>
          </a:p>
        </p:txBody>
      </p:sp>
      <p:sp>
        <p:nvSpPr>
          <p:cNvPr id="353" name="Text Placeholder 352"/>
          <p:cNvSpPr>
            <a:spLocks noGrp="1"/>
          </p:cNvSpPr>
          <p:nvPr>
            <p:ph type="body" sz="quarter" idx="185"/>
          </p:nvPr>
        </p:nvSpPr>
        <p:spPr>
          <a:xfrm>
            <a:off x="3958273" y="866751"/>
            <a:ext cx="21447761" cy="834414"/>
          </a:xfrm>
        </p:spPr>
        <p:txBody>
          <a:bodyPr>
            <a:noAutofit/>
          </a:bodyPr>
          <a:lstStyle/>
          <a:p>
            <a:r>
              <a:rPr lang="en-US" sz="3200" b="1" dirty="0">
                <a:solidFill>
                  <a:schemeClr val="accent5">
                    <a:lumMod val="50000"/>
                  </a:schemeClr>
                </a:solidFill>
                <a:latin typeface="+mj-lt"/>
              </a:rPr>
              <a:t>Paper Title :</a:t>
            </a:r>
            <a:r>
              <a:rPr lang="en-US" sz="3200" dirty="0">
                <a:latin typeface="+mj-lt"/>
              </a:rPr>
              <a:t>EfficientNet-B0 for Drone-Based Skeleton Gait Recognition: A Robust Framework for Aerial Person Identification</a:t>
            </a:r>
            <a:endParaRPr lang="en-US" sz="3200" dirty="0">
              <a:solidFill>
                <a:schemeClr val="accent5">
                  <a:lumMod val="50000"/>
                </a:schemeClr>
              </a:solidFill>
              <a:latin typeface="+mj-lt"/>
            </a:endParaRPr>
          </a:p>
        </p:txBody>
      </p:sp>
      <p:pic>
        <p:nvPicPr>
          <p:cNvPr id="2" name="Picture 1" descr="ps-bdc-log.-06"/>
          <p:cNvPicPr>
            <a:picLocks noChangeAspect="1"/>
          </p:cNvPicPr>
          <p:nvPr/>
        </p:nvPicPr>
        <p:blipFill>
          <a:blip r:embed="rId3"/>
          <a:stretch>
            <a:fillRect/>
          </a:stretch>
        </p:blipFill>
        <p:spPr>
          <a:xfrm>
            <a:off x="25457785" y="497205"/>
            <a:ext cx="3538855" cy="1386205"/>
          </a:xfrm>
          <a:prstGeom prst="rect">
            <a:avLst/>
          </a:prstGeom>
        </p:spPr>
      </p:pic>
      <p:pic>
        <p:nvPicPr>
          <p:cNvPr id="3" name="Picture 2"/>
          <p:cNvPicPr/>
          <p:nvPr/>
        </p:nvPicPr>
        <p:blipFill>
          <a:blip r:embed="rId4"/>
          <a:stretch>
            <a:fillRect/>
          </a:stretch>
        </p:blipFill>
        <p:spPr>
          <a:xfrm>
            <a:off x="193040" y="232410"/>
            <a:ext cx="2083435" cy="1677035"/>
          </a:xfrm>
          <a:prstGeom prst="rect">
            <a:avLst/>
          </a:prstGeom>
        </p:spPr>
      </p:pic>
      <p:sp>
        <p:nvSpPr>
          <p:cNvPr id="8" name="Text Placeholder 303"/>
          <p:cNvSpPr>
            <a:spLocks noGrp="1"/>
          </p:cNvSpPr>
          <p:nvPr/>
        </p:nvSpPr>
        <p:spPr>
          <a:xfrm>
            <a:off x="608965" y="16019145"/>
            <a:ext cx="8503920" cy="397510"/>
          </a:xfrm>
          <a:prstGeom prst="rect">
            <a:avLst/>
          </a:prstGeom>
          <a:solidFill>
            <a:srgbClr val="E4EFFD"/>
          </a:solidFill>
        </p:spPr>
        <p:txBody>
          <a:bodyPr wrap="square" lIns="130622" tIns="130622" rIns="130622" bIns="130622">
            <a:noAutofit/>
          </a:bodyPr>
          <a:lstStyle>
            <a:lvl1pPr marL="0" indent="0" algn="l" defTabSz="2675255" rtl="0" eaLnBrk="1" latinLnBrk="0" hangingPunct="1">
              <a:spcBef>
                <a:spcPct val="20000"/>
              </a:spcBef>
              <a:buFont typeface="Arial" panose="020B0604020202020204" pitchFamily="34" charset="0"/>
              <a:buNone/>
              <a:defRPr sz="1495"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905510" indent="-34861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2pPr>
            <a:lvl3pPr marL="1254125" indent="-34861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3pPr>
            <a:lvl4pPr marL="1637030" indent="-38290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4pPr>
            <a:lvl5pPr marL="1915795" indent="-27876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a:lstStyle>
          <a:p>
            <a:r>
              <a:rPr lang="en-US" altLang="en-US" b="1">
                <a:solidFill>
                  <a:schemeClr val="accent5">
                    <a:lumMod val="50000"/>
                  </a:schemeClr>
                </a:solidFill>
              </a:rPr>
              <a:t>2026 IEEE International Conference on Quantum Photonics, Artificial Intelligence, and Networking</a:t>
            </a:r>
          </a:p>
        </p:txBody>
      </p:sp>
      <p:sp>
        <p:nvSpPr>
          <p:cNvPr id="16" name="Rectangle 8">
            <a:extLst>
              <a:ext uri="{FF2B5EF4-FFF2-40B4-BE49-F238E27FC236}">
                <a16:creationId xmlns:a16="http://schemas.microsoft.com/office/drawing/2014/main" xmlns="" id="{0ED5D180-7062-92C5-660A-C063CEC82197}"/>
              </a:ext>
            </a:extLst>
          </p:cNvPr>
          <p:cNvSpPr>
            <a:spLocks noGrp="1" noChangeArrowheads="1"/>
          </p:cNvSpPr>
          <p:nvPr>
            <p:ph type="body" sz="quarter" idx="19"/>
          </p:nvPr>
        </p:nvSpPr>
        <p:spPr bwMode="auto">
          <a:xfrm>
            <a:off x="690415" y="9982838"/>
            <a:ext cx="6617677"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2060"/>
                </a:solidFill>
                <a:effectLst/>
                <a:latin typeface="Arial" panose="020B0604020202020204" pitchFamily="34" charset="0"/>
              </a:rPr>
              <a:t>Address the performance gap between controlled lab gait recognition and real-world aerial conditions.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00206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2060"/>
                </a:solidFill>
                <a:effectLst/>
                <a:latin typeface="Arial" panose="020B0604020202020204" pitchFamily="34" charset="0"/>
              </a:rPr>
              <a:t>Build a privacy-preserving biometric system using    skeleton stickman representations extracted from drone footage.</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2060"/>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2060"/>
                </a:solidFill>
                <a:effectLst/>
                <a:latin typeface="Arial" panose="020B0604020202020204" pitchFamily="34" charset="0"/>
              </a:rPr>
              <a:t>Propose a fine-tuned EfficientNet-B0 model with custom</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2060"/>
                </a:solidFill>
                <a:effectLst/>
                <a:latin typeface="Arial" panose="020B0604020202020204" pitchFamily="34" charset="0"/>
              </a:rPr>
              <a:t>multi-layer classifier optimized for 50-subject skeleton identification.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00206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2060"/>
                </a:solidFill>
                <a:effectLst/>
                <a:latin typeface="Arial" panose="020B0604020202020204" pitchFamily="34" charset="0"/>
              </a:rPr>
              <a:t>Provide a comprehensive evaluation protocol beyond standard accuracy: ROC, Precision-Recall, confidence calibration, and</a:t>
            </a:r>
            <a:r>
              <a:rPr lang="en-US" altLang="en-US" sz="2000" dirty="0">
                <a:solidFill>
                  <a:srgbClr val="002060"/>
                </a:solidFill>
                <a:latin typeface="Arial" panose="020B0604020202020204" pitchFamily="34" charset="0"/>
              </a:rPr>
              <a:t> </a:t>
            </a:r>
            <a:r>
              <a:rPr kumimoji="0" lang="en-US" altLang="en-US" sz="2000" b="0" i="0" u="none" strike="noStrike" cap="none" normalizeH="0" baseline="0" dirty="0">
                <a:ln>
                  <a:noFill/>
                </a:ln>
                <a:solidFill>
                  <a:srgbClr val="002060"/>
                </a:solidFill>
                <a:effectLst/>
                <a:latin typeface="Arial" panose="020B0604020202020204" pitchFamily="34" charset="0"/>
              </a:rPr>
              <a:t>confusion matrix analysis. </a:t>
            </a:r>
          </a:p>
        </p:txBody>
      </p:sp>
      <p:sp>
        <p:nvSpPr>
          <p:cNvPr id="19" name="AutoShape 14">
            <a:extLst>
              <a:ext uri="{FF2B5EF4-FFF2-40B4-BE49-F238E27FC236}">
                <a16:creationId xmlns:a16="http://schemas.microsoft.com/office/drawing/2014/main" xmlns="" id="{CEDF375F-BC0E-6BF4-2859-B45175E67DCF}"/>
              </a:ext>
            </a:extLst>
          </p:cNvPr>
          <p:cNvSpPr>
            <a:spLocks noChangeAspect="1" noChangeArrowheads="1"/>
          </p:cNvSpPr>
          <p:nvPr/>
        </p:nvSpPr>
        <p:spPr bwMode="auto">
          <a:xfrm>
            <a:off x="13182600" y="6781800"/>
            <a:ext cx="1600200" cy="1600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3" name="Picture 22">
            <a:extLst>
              <a:ext uri="{FF2B5EF4-FFF2-40B4-BE49-F238E27FC236}">
                <a16:creationId xmlns:a16="http://schemas.microsoft.com/office/drawing/2014/main" xmlns="" id="{405E4E88-FDA4-740C-B399-72564270D7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4595" y="3379258"/>
            <a:ext cx="12569455" cy="2105025"/>
          </a:xfrm>
          <a:prstGeom prst="rect">
            <a:avLst/>
          </a:prstGeom>
        </p:spPr>
      </p:pic>
      <p:sp>
        <p:nvSpPr>
          <p:cNvPr id="26" name="TextBox 25">
            <a:extLst>
              <a:ext uri="{FF2B5EF4-FFF2-40B4-BE49-F238E27FC236}">
                <a16:creationId xmlns:a16="http://schemas.microsoft.com/office/drawing/2014/main" xmlns="" id="{6BDF6876-C20D-2A2B-8778-8101C67A4F71}"/>
              </a:ext>
            </a:extLst>
          </p:cNvPr>
          <p:cNvSpPr txBox="1"/>
          <p:nvPr/>
        </p:nvSpPr>
        <p:spPr>
          <a:xfrm>
            <a:off x="8058988" y="6203020"/>
            <a:ext cx="13194576" cy="4001095"/>
          </a:xfrm>
          <a:prstGeom prst="rect">
            <a:avLst/>
          </a:prstGeom>
          <a:noFill/>
        </p:spPr>
        <p:txBody>
          <a:bodyPr wrap="square" rtlCol="0">
            <a:spAutoFit/>
          </a:bodyPr>
          <a:lstStyle/>
          <a:p>
            <a:r>
              <a:rPr lang="en-US" sz="2000" b="1" dirty="0">
                <a:solidFill>
                  <a:srgbClr val="002060"/>
                </a:solidFill>
              </a:rPr>
              <a:t>Dataset &amp; Architecture</a:t>
            </a:r>
          </a:p>
          <a:p>
            <a:r>
              <a:rPr lang="en-US" sz="2000" dirty="0">
                <a:solidFill>
                  <a:srgbClr val="002060"/>
                </a:solidFill>
              </a:rPr>
              <a:t>9,343 skeleton images from 50 subjects, drone-captured on a university campus. Skeletons extracted using </a:t>
            </a:r>
            <a:r>
              <a:rPr lang="en-US" sz="2000" dirty="0" err="1">
                <a:solidFill>
                  <a:srgbClr val="002060"/>
                </a:solidFill>
              </a:rPr>
              <a:t>MediaPipe</a:t>
            </a:r>
            <a:r>
              <a:rPr lang="en-US" sz="2000" dirty="0">
                <a:solidFill>
                  <a:srgbClr val="002060"/>
                </a:solidFill>
              </a:rPr>
              <a:t> Pose (33 landmarks/frame) — background removed for privacy. Split: 70% train · 15% </a:t>
            </a:r>
            <a:r>
              <a:rPr lang="en-US" sz="2000" dirty="0" err="1">
                <a:solidFill>
                  <a:srgbClr val="002060"/>
                </a:solidFill>
              </a:rPr>
              <a:t>val</a:t>
            </a:r>
            <a:r>
              <a:rPr lang="en-US" sz="2000" dirty="0">
                <a:solidFill>
                  <a:srgbClr val="002060"/>
                </a:solidFill>
              </a:rPr>
              <a:t> · 15% test</a:t>
            </a:r>
          </a:p>
          <a:p>
            <a:r>
              <a:rPr lang="en-US" sz="2000" b="1" dirty="0">
                <a:solidFill>
                  <a:srgbClr val="002060"/>
                </a:solidFill>
              </a:rPr>
              <a:t>Preprocessing</a:t>
            </a:r>
            <a:r>
              <a:rPr lang="en-US" sz="2000" dirty="0">
                <a:solidFill>
                  <a:srgbClr val="002060"/>
                </a:solidFill>
              </a:rPr>
              <a:t>: Resize to 224×224 · ImageNet normalization</a:t>
            </a:r>
          </a:p>
          <a:p>
            <a:r>
              <a:rPr lang="en-US" sz="2000" b="1" dirty="0">
                <a:solidFill>
                  <a:srgbClr val="002060"/>
                </a:solidFill>
              </a:rPr>
              <a:t>Augmentation</a:t>
            </a:r>
            <a:r>
              <a:rPr lang="en-US" sz="2000" dirty="0">
                <a:solidFill>
                  <a:srgbClr val="002060"/>
                </a:solidFill>
              </a:rPr>
              <a:t> </a:t>
            </a:r>
            <a:r>
              <a:rPr lang="en-US" sz="2000" i="1" dirty="0">
                <a:solidFill>
                  <a:srgbClr val="002060"/>
                </a:solidFill>
              </a:rPr>
              <a:t>(train only)</a:t>
            </a:r>
            <a:r>
              <a:rPr lang="en-US" sz="2000" dirty="0">
                <a:solidFill>
                  <a:srgbClr val="002060"/>
                </a:solidFill>
              </a:rPr>
              <a:t> Random crop · Flip · Rotation · Brightness/contrast jitter · Affine · Gaussian blur · Random erasing</a:t>
            </a:r>
          </a:p>
          <a:p>
            <a:endParaRPr lang="en-US" sz="2000" dirty="0">
              <a:solidFill>
                <a:srgbClr val="002060"/>
              </a:solidFill>
            </a:endParaRPr>
          </a:p>
          <a:p>
            <a:r>
              <a:rPr lang="en-US" sz="2000" b="1" dirty="0"/>
              <a:t>Ar</a:t>
            </a:r>
            <a:r>
              <a:rPr lang="en-US" sz="2000" b="1" dirty="0">
                <a:solidFill>
                  <a:srgbClr val="002060"/>
                </a:solidFill>
              </a:rPr>
              <a:t>chitecture</a:t>
            </a:r>
          </a:p>
          <a:p>
            <a:r>
              <a:rPr lang="en-US" sz="2000" b="1" dirty="0">
                <a:solidFill>
                  <a:srgbClr val="002060"/>
                </a:solidFill>
              </a:rPr>
              <a:t>EfficientNet-B0</a:t>
            </a:r>
            <a:r>
              <a:rPr lang="en-US" sz="2000" dirty="0">
                <a:solidFill>
                  <a:srgbClr val="002060"/>
                </a:solidFill>
              </a:rPr>
              <a:t> pretrained on ImageNet, with a custom 3-stage classifier head. Backbone early layers </a:t>
            </a:r>
            <a:r>
              <a:rPr lang="en-US" sz="2000" b="1" dirty="0">
                <a:solidFill>
                  <a:srgbClr val="002060"/>
                </a:solidFill>
              </a:rPr>
              <a:t>frozen</a:t>
            </a:r>
            <a:r>
              <a:rPr lang="en-US" sz="2000" dirty="0">
                <a:solidFill>
                  <a:srgbClr val="002060"/>
                </a:solidFill>
              </a:rPr>
              <a:t>; deeper layers fine-tuned for skeleton-specific patterns.</a:t>
            </a:r>
          </a:p>
          <a:p>
            <a:r>
              <a:rPr lang="en-US" sz="2000" b="1" dirty="0">
                <a:solidFill>
                  <a:srgbClr val="002060"/>
                </a:solidFill>
              </a:rPr>
              <a:t>Classifier Head</a:t>
            </a:r>
            <a:r>
              <a:rPr lang="en-US" sz="2000" dirty="0">
                <a:solidFill>
                  <a:srgbClr val="002060"/>
                </a:solidFill>
              </a:rPr>
              <a:t> FC(1280→512) · FC(512→256) · FC(256→</a:t>
            </a:r>
            <a:r>
              <a:rPr lang="en-US" sz="2000" b="1" dirty="0">
                <a:solidFill>
                  <a:srgbClr val="002060"/>
                </a:solidFill>
              </a:rPr>
              <a:t>50 classes</a:t>
            </a:r>
            <a:r>
              <a:rPr lang="en-US" sz="2000" dirty="0">
                <a:solidFill>
                  <a:srgbClr val="002060"/>
                </a:solidFill>
              </a:rPr>
              <a:t>) Dropout (0.5 / 0.3 / 0.2) · </a:t>
            </a:r>
            <a:r>
              <a:rPr lang="en-US" sz="2000" dirty="0" err="1">
                <a:solidFill>
                  <a:srgbClr val="002060"/>
                </a:solidFill>
              </a:rPr>
              <a:t>BatchNorm</a:t>
            </a:r>
            <a:r>
              <a:rPr lang="en-US" sz="2000" dirty="0">
                <a:solidFill>
                  <a:srgbClr val="002060"/>
                </a:solidFill>
              </a:rPr>
              <a:t> · </a:t>
            </a:r>
            <a:r>
              <a:rPr lang="en-US" sz="2000" dirty="0" err="1">
                <a:solidFill>
                  <a:srgbClr val="002060"/>
                </a:solidFill>
              </a:rPr>
              <a:t>ReLU</a:t>
            </a:r>
            <a:r>
              <a:rPr lang="en-US" sz="2000" dirty="0">
                <a:solidFill>
                  <a:srgbClr val="002060"/>
                </a:solidFill>
              </a:rPr>
              <a:t> at each stage</a:t>
            </a:r>
          </a:p>
          <a:p>
            <a:r>
              <a:rPr lang="en-US" sz="2000" b="1" dirty="0">
                <a:solidFill>
                  <a:srgbClr val="002060"/>
                </a:solidFill>
              </a:rPr>
              <a:t>Feature Flow</a:t>
            </a:r>
            <a:r>
              <a:rPr lang="en-US" sz="2000" dirty="0">
                <a:solidFill>
                  <a:srgbClr val="002060"/>
                </a:solidFill>
              </a:rPr>
              <a:t> 7 </a:t>
            </a:r>
            <a:r>
              <a:rPr lang="en-US" sz="2000" dirty="0" err="1">
                <a:solidFill>
                  <a:srgbClr val="002060"/>
                </a:solidFill>
              </a:rPr>
              <a:t>MBConv</a:t>
            </a:r>
            <a:r>
              <a:rPr lang="en-US" sz="2000" dirty="0">
                <a:solidFill>
                  <a:srgbClr val="002060"/>
                </a:solidFill>
              </a:rPr>
              <a:t> blocks → 7×7×1280 → Global Avg Pooling → Classifier</a:t>
            </a:r>
          </a:p>
          <a:p>
            <a:r>
              <a:rPr lang="en-US" sz="2000" dirty="0"/>
              <a:t/>
            </a:r>
            <a:br>
              <a:rPr lang="en-US" sz="2000" dirty="0"/>
            </a:br>
            <a:endParaRPr lang="en-US" sz="1400" dirty="0">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xmlns="" id="{D3E1125C-17B0-C977-2256-88FFC1492C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58988" y="10782895"/>
            <a:ext cx="6981949" cy="4850805"/>
          </a:xfrm>
          <a:prstGeom prst="rect">
            <a:avLst/>
          </a:prstGeom>
        </p:spPr>
      </p:pic>
      <p:pic>
        <p:nvPicPr>
          <p:cNvPr id="30" name="Picture 29">
            <a:extLst>
              <a:ext uri="{FF2B5EF4-FFF2-40B4-BE49-F238E27FC236}">
                <a16:creationId xmlns:a16="http://schemas.microsoft.com/office/drawing/2014/main" xmlns="" id="{FCBE8B2C-CA46-A0A9-1A6E-FDC14A79FE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75092" y="10844601"/>
            <a:ext cx="6978472" cy="4660743"/>
          </a:xfrm>
          <a:prstGeom prst="rect">
            <a:avLst/>
          </a:prstGeom>
        </p:spPr>
      </p:pic>
      <p:sp>
        <p:nvSpPr>
          <p:cNvPr id="31" name="TextBox 30">
            <a:extLst>
              <a:ext uri="{FF2B5EF4-FFF2-40B4-BE49-F238E27FC236}">
                <a16:creationId xmlns:a16="http://schemas.microsoft.com/office/drawing/2014/main" xmlns="" id="{16EE00FC-FACF-8572-1F1A-88FED9FB7B5A}"/>
              </a:ext>
            </a:extLst>
          </p:cNvPr>
          <p:cNvSpPr txBox="1"/>
          <p:nvPr/>
        </p:nvSpPr>
        <p:spPr>
          <a:xfrm>
            <a:off x="22326023" y="6781800"/>
            <a:ext cx="5975870" cy="2462213"/>
          </a:xfrm>
          <a:prstGeom prst="rect">
            <a:avLst/>
          </a:prstGeom>
          <a:noFill/>
        </p:spPr>
        <p:txBody>
          <a:bodyPr wrap="square" rtlCol="0">
            <a:spAutoFit/>
          </a:bodyPr>
          <a:lstStyle/>
          <a:p>
            <a:r>
              <a:rPr lang="en-US" sz="2000" b="1" dirty="0">
                <a:solidFill>
                  <a:srgbClr val="002060"/>
                </a:solidFill>
              </a:rPr>
              <a:t>Related Work</a:t>
            </a:r>
          </a:p>
          <a:p>
            <a:r>
              <a:rPr lang="en-US" sz="2000" dirty="0">
                <a:solidFill>
                  <a:srgbClr val="002060"/>
                </a:solidFill>
              </a:rPr>
              <a:t>Gait recognition methods degrade under viewpoint changes and outdoor conditions. Skeleton-based approaches offer privacy preservation but struggle to generalize beyond lab environments. This work addresses these gaps with a diverse drone-captured dataset and EfficientNet-B0.</a:t>
            </a:r>
          </a:p>
          <a:p>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PosterPresentations.com-36x60-Template-V3">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lassic 3 Column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PosterPresentations.com-36x60-Template-V3</Template>
  <TotalTime>252</TotalTime>
  <Words>610</Words>
  <Application>Microsoft Office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PosterPresentations.com-36x60-Template-V3</vt:lpstr>
      <vt:lpstr>1_Classic 3 Columns</vt:lpstr>
      <vt:lpstr>Classic - Wide Center</vt:lpstr>
      <vt:lpstr>PowerPoint Presentation</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cp:lastModifiedBy>Ali</cp:lastModifiedBy>
  <cp:revision>54</cp:revision>
  <dcterms:created xsi:type="dcterms:W3CDTF">2012-02-06T18:46:00Z</dcterms:created>
  <dcterms:modified xsi:type="dcterms:W3CDTF">2026-03-24T16:58:33Z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C8CD1D0B87C840F496B141C5FD587100_13</vt:lpwstr>
  </property>
  <property fmtid="{D5CDD505-2E9C-101B-9397-08002B2CF9AE}" pid="3" name="KSOProductBuildVer">
    <vt:lpwstr>1033-12.2.0.23196</vt:lpwstr>
  </property>
</Properties>
</file>